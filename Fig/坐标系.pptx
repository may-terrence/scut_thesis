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2519680" cy="25196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5" userDrawn="1">
          <p15:clr>
            <a:srgbClr val="A4A3A4"/>
          </p15:clr>
        </p15:guide>
        <p15:guide id="2" pos="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7EFF"/>
    <a:srgbClr val="E54C5E"/>
    <a:srgbClr val="4874CB"/>
    <a:srgbClr val="0000FF"/>
    <a:srgbClr val="FF00FF"/>
    <a:srgbClr val="FF7E3F"/>
    <a:srgbClr val="F97C3D"/>
    <a:srgbClr val="00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515"/>
        <p:guide pos="8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4" Type="http://schemas.openxmlformats.org/officeDocument/2006/relationships/image" Target="../media/image23.wmf"/><Relationship Id="rId13" Type="http://schemas.openxmlformats.org/officeDocument/2006/relationships/image" Target="../media/image22.wmf"/><Relationship Id="rId12" Type="http://schemas.openxmlformats.org/officeDocument/2006/relationships/image" Target="../media/image21.wmf"/><Relationship Id="rId11" Type="http://schemas.openxmlformats.org/officeDocument/2006/relationships/image" Target="../media/image20.wmf"/><Relationship Id="rId10" Type="http://schemas.openxmlformats.org/officeDocument/2006/relationships/image" Target="../media/image19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6" Type="http://schemas.openxmlformats.org/officeDocument/2006/relationships/image" Target="../media/image50.wmf"/><Relationship Id="rId15" Type="http://schemas.openxmlformats.org/officeDocument/2006/relationships/image" Target="../media/image49.wmf"/><Relationship Id="rId14" Type="http://schemas.openxmlformats.org/officeDocument/2006/relationships/image" Target="../media/image48.wmf"/><Relationship Id="rId13" Type="http://schemas.openxmlformats.org/officeDocument/2006/relationships/image" Target="../media/image47.wmf"/><Relationship Id="rId12" Type="http://schemas.openxmlformats.org/officeDocument/2006/relationships/image" Target="../media/image46.wmf"/><Relationship Id="rId11" Type="http://schemas.openxmlformats.org/officeDocument/2006/relationships/image" Target="../media/image45.wmf"/><Relationship Id="rId10" Type="http://schemas.openxmlformats.org/officeDocument/2006/relationships/image" Target="../media/image44.wmf"/><Relationship Id="rId1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1" Type="http://schemas.openxmlformats.org/officeDocument/2006/relationships/image" Target="../media/image58.wmf"/><Relationship Id="rId10" Type="http://schemas.openxmlformats.org/officeDocument/2006/relationships/image" Target="../media/image44.wmf"/><Relationship Id="rId1" Type="http://schemas.openxmlformats.org/officeDocument/2006/relationships/image" Target="../media/image51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47928" y="336196"/>
            <a:ext cx="2026606" cy="94505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6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47928" y="1309046"/>
            <a:ext cx="2026606" cy="54135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660" spc="200"/>
            </a:lvl1pPr>
            <a:lvl2pPr marL="126365" indent="0" algn="ctr">
              <a:buNone/>
              <a:defRPr sz="555"/>
            </a:lvl2pPr>
            <a:lvl3pPr marL="251460" indent="0" algn="ctr">
              <a:buNone/>
              <a:defRPr sz="495"/>
            </a:lvl3pPr>
            <a:lvl4pPr marL="377825" indent="0" algn="ctr">
              <a:buNone/>
              <a:defRPr sz="440"/>
            </a:lvl4pPr>
            <a:lvl5pPr marL="504190" indent="0" algn="ctr">
              <a:buNone/>
              <a:defRPr sz="440"/>
            </a:lvl5pPr>
            <a:lvl6pPr marL="630555" indent="0" algn="ctr">
              <a:buNone/>
              <a:defRPr sz="440"/>
            </a:lvl6pPr>
            <a:lvl7pPr marL="755650" indent="0" algn="ctr">
              <a:buNone/>
              <a:defRPr sz="440"/>
            </a:lvl7pPr>
            <a:lvl8pPr marL="882015" indent="0" algn="ctr">
              <a:buNone/>
              <a:defRPr sz="440"/>
            </a:lvl8pPr>
            <a:lvl9pPr marL="1008380" indent="0" algn="ctr">
              <a:buNone/>
              <a:defRPr sz="44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5825" y="223689"/>
            <a:ext cx="2268577" cy="259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25825" y="547973"/>
            <a:ext cx="2268577" cy="174980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11724" y="1414934"/>
            <a:ext cx="1606692" cy="28192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21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11724" y="1696862"/>
            <a:ext cx="1606692" cy="31898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9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26365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2pPr>
            <a:lvl3pPr marL="251460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3pPr>
            <a:lvl4pPr marL="377825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4pPr>
            <a:lvl5pPr marL="504190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5pPr>
            <a:lvl6pPr marL="630555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6pPr>
            <a:lvl7pPr marL="755650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7pPr>
            <a:lvl8pPr marL="882015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8pPr>
            <a:lvl9pPr marL="1008380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5825" y="223689"/>
            <a:ext cx="2268577" cy="259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25825" y="551944"/>
            <a:ext cx="1070631" cy="174583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326005" y="551944"/>
            <a:ext cx="1070631" cy="174583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5825" y="223689"/>
            <a:ext cx="2268577" cy="259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5825" y="525471"/>
            <a:ext cx="1104880" cy="140302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6365" indent="0">
              <a:buNone/>
              <a:defRPr sz="555" b="1"/>
            </a:lvl2pPr>
            <a:lvl3pPr marL="251460" indent="0">
              <a:buNone/>
              <a:defRPr sz="495" b="1"/>
            </a:lvl3pPr>
            <a:lvl4pPr marL="377825" indent="0">
              <a:buNone/>
              <a:defRPr sz="440" b="1"/>
            </a:lvl4pPr>
            <a:lvl5pPr marL="504190" indent="0">
              <a:buNone/>
              <a:defRPr sz="440" b="1"/>
            </a:lvl5pPr>
            <a:lvl6pPr marL="630555" indent="0">
              <a:buNone/>
              <a:defRPr sz="440" b="1"/>
            </a:lvl6pPr>
            <a:lvl7pPr marL="755650" indent="0">
              <a:buNone/>
              <a:defRPr sz="440" b="1"/>
            </a:lvl7pPr>
            <a:lvl8pPr marL="882015" indent="0">
              <a:buNone/>
              <a:defRPr sz="440" b="1"/>
            </a:lvl8pPr>
            <a:lvl9pPr marL="1008380" indent="0">
              <a:buNone/>
              <a:defRPr sz="44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25825" y="681657"/>
            <a:ext cx="1104880" cy="16161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289637" y="522725"/>
            <a:ext cx="1104880" cy="140302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26365" indent="0">
              <a:buNone/>
              <a:defRPr sz="555" b="1"/>
            </a:lvl2pPr>
            <a:lvl3pPr marL="251460" indent="0">
              <a:buNone/>
              <a:defRPr sz="495" b="1"/>
            </a:lvl3pPr>
            <a:lvl4pPr marL="377825" indent="0">
              <a:buNone/>
              <a:defRPr sz="440" b="1"/>
            </a:lvl4pPr>
            <a:lvl5pPr marL="504190" indent="0">
              <a:buNone/>
              <a:defRPr sz="440" b="1"/>
            </a:lvl5pPr>
            <a:lvl6pPr marL="630555" indent="0">
              <a:buNone/>
              <a:defRPr sz="440" b="1"/>
            </a:lvl6pPr>
            <a:lvl7pPr marL="755650" indent="0">
              <a:buNone/>
              <a:defRPr sz="440" b="1"/>
            </a:lvl7pPr>
            <a:lvl8pPr marL="882015" indent="0">
              <a:buNone/>
              <a:defRPr sz="440" b="1"/>
            </a:lvl8pPr>
            <a:lvl9pPr marL="1008380" indent="0">
              <a:buNone/>
              <a:defRPr sz="44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289637" y="681657"/>
            <a:ext cx="1104880" cy="16161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5825" y="223689"/>
            <a:ext cx="2268577" cy="259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25825" y="571798"/>
            <a:ext cx="1082270" cy="169421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313348" y="571798"/>
            <a:ext cx="1081055" cy="169421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4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2116694" y="336196"/>
            <a:ext cx="215913" cy="184907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77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89110" y="336196"/>
            <a:ext cx="1896313" cy="1849077"/>
          </a:xfrm>
        </p:spPr>
        <p:txBody>
          <a:bodyPr vert="eaVert" lIns="46800" tIns="46800" rIns="46800" bIns="46800"/>
          <a:lstStyle>
            <a:lvl1pPr marL="62865" indent="-62865">
              <a:spcAft>
                <a:spcPts val="1000"/>
              </a:spcAft>
              <a:defRPr spc="300"/>
            </a:lvl1pPr>
            <a:lvl2pPr marL="189230" indent="-62865">
              <a:defRPr spc="300"/>
            </a:lvl2pPr>
            <a:lvl3pPr marL="314960" indent="-62865">
              <a:defRPr spc="300"/>
            </a:lvl3pPr>
            <a:lvl4pPr marL="441325" indent="-62865">
              <a:defRPr spc="300"/>
            </a:lvl4pPr>
            <a:lvl5pPr marL="567055" indent="-6286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5825" y="284575"/>
            <a:ext cx="2269322" cy="20158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7928" y="913288"/>
            <a:ext cx="2026606" cy="37458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65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47928" y="1309046"/>
            <a:ext cx="2026606" cy="17339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6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25825" y="223689"/>
            <a:ext cx="2268577" cy="25942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25825" y="547973"/>
            <a:ext cx="2268577" cy="17498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26570" y="2321604"/>
            <a:ext cx="558396" cy="116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51244" y="2321604"/>
            <a:ext cx="818981" cy="116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836006" y="2321604"/>
            <a:ext cx="558396" cy="116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1460" rtl="0" eaLnBrk="1" fontAlgn="auto" latinLnBrk="0" hangingPunct="1">
        <a:lnSpc>
          <a:spcPct val="100000"/>
        </a:lnSpc>
        <a:spcBef>
          <a:spcPct val="0"/>
        </a:spcBef>
        <a:buNone/>
        <a:defRPr sz="9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62865" indent="-62865" algn="l" defTabSz="25146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4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89230" indent="-62865" algn="l" defTabSz="2514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443865" algn="l"/>
          <a:tab pos="443865" algn="l"/>
          <a:tab pos="443865" algn="l"/>
          <a:tab pos="443865" algn="l"/>
        </a:tabLst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14960" indent="-62865" algn="l" defTabSz="2514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441325" indent="-62865" algn="l" defTabSz="2514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3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567055" indent="-62865" algn="l" defTabSz="2514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3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693420" indent="-62865" algn="l" defTabSz="251460" rtl="0" eaLnBrk="1" latinLnBrk="0" hangingPunct="1">
        <a:lnSpc>
          <a:spcPct val="90000"/>
        </a:lnSpc>
        <a:spcBef>
          <a:spcPts val="135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6pPr>
      <a:lvl7pPr marL="819785" indent="-62865" algn="l" defTabSz="251460" rtl="0" eaLnBrk="1" latinLnBrk="0" hangingPunct="1">
        <a:lnSpc>
          <a:spcPct val="90000"/>
        </a:lnSpc>
        <a:spcBef>
          <a:spcPts val="135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7pPr>
      <a:lvl8pPr marL="946150" indent="-62865" algn="l" defTabSz="251460" rtl="0" eaLnBrk="1" latinLnBrk="0" hangingPunct="1">
        <a:lnSpc>
          <a:spcPct val="90000"/>
        </a:lnSpc>
        <a:spcBef>
          <a:spcPts val="135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8pPr>
      <a:lvl9pPr marL="1071245" indent="-62865" algn="l" defTabSz="251460" rtl="0" eaLnBrk="1" latinLnBrk="0" hangingPunct="1">
        <a:lnSpc>
          <a:spcPct val="90000"/>
        </a:lnSpc>
        <a:spcBef>
          <a:spcPts val="135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1pPr>
      <a:lvl2pPr marL="126365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2pPr>
      <a:lvl3pPr marL="251460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3pPr>
      <a:lvl4pPr marL="377825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4pPr>
      <a:lvl5pPr marL="504190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5pPr>
      <a:lvl6pPr marL="630555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6pPr>
      <a:lvl7pPr marL="755650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7pPr>
      <a:lvl8pPr marL="882015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8pPr>
      <a:lvl9pPr marL="1008380" algn="l" defTabSz="251460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4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3.xml"/><Relationship Id="rId2" Type="http://schemas.openxmlformats.org/officeDocument/2006/relationships/oleObject" Target="../embeddings/oleObject1.bin"/><Relationship Id="rId19" Type="http://schemas.openxmlformats.org/officeDocument/2006/relationships/image" Target="../media/image10.wmf"/><Relationship Id="rId18" Type="http://schemas.openxmlformats.org/officeDocument/2006/relationships/oleObject" Target="../embeddings/oleObject9.bin"/><Relationship Id="rId17" Type="http://schemas.openxmlformats.org/officeDocument/2006/relationships/image" Target="../media/image9.w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8.w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4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34" Type="http://schemas.openxmlformats.org/officeDocument/2006/relationships/vmlDrawing" Target="../drawings/vmlDrawing2.v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64.xml"/><Relationship Id="rId31" Type="http://schemas.openxmlformats.org/officeDocument/2006/relationships/image" Target="../media/image23.wmf"/><Relationship Id="rId30" Type="http://schemas.openxmlformats.org/officeDocument/2006/relationships/oleObject" Target="../embeddings/oleObject25.bin"/><Relationship Id="rId3" Type="http://schemas.openxmlformats.org/officeDocument/2006/relationships/image" Target="../media/image12.wmf"/><Relationship Id="rId29" Type="http://schemas.openxmlformats.org/officeDocument/2006/relationships/image" Target="../media/image22.wmf"/><Relationship Id="rId28" Type="http://schemas.openxmlformats.org/officeDocument/2006/relationships/oleObject" Target="../embeddings/oleObject24.bin"/><Relationship Id="rId27" Type="http://schemas.openxmlformats.org/officeDocument/2006/relationships/image" Target="../media/image21.wmf"/><Relationship Id="rId26" Type="http://schemas.openxmlformats.org/officeDocument/2006/relationships/oleObject" Target="../embeddings/oleObject23.bin"/><Relationship Id="rId25" Type="http://schemas.openxmlformats.org/officeDocument/2006/relationships/oleObject" Target="../embeddings/oleObject22.bin"/><Relationship Id="rId24" Type="http://schemas.openxmlformats.org/officeDocument/2006/relationships/image" Target="../media/image20.wmf"/><Relationship Id="rId23" Type="http://schemas.openxmlformats.org/officeDocument/2006/relationships/oleObject" Target="../embeddings/oleObject21.bin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20.bin"/><Relationship Id="rId20" Type="http://schemas.openxmlformats.org/officeDocument/2006/relationships/image" Target="../media/image5.wmf"/><Relationship Id="rId2" Type="http://schemas.openxmlformats.org/officeDocument/2006/relationships/oleObject" Target="../embeddings/oleObject10.bin"/><Relationship Id="rId19" Type="http://schemas.openxmlformats.org/officeDocument/2006/relationships/oleObject" Target="../embeddings/oleObject19.bin"/><Relationship Id="rId18" Type="http://schemas.openxmlformats.org/officeDocument/2006/relationships/oleObject" Target="../embeddings/oleObject18.bin"/><Relationship Id="rId17" Type="http://schemas.openxmlformats.org/officeDocument/2006/relationships/image" Target="../media/image18.wmf"/><Relationship Id="rId16" Type="http://schemas.openxmlformats.org/officeDocument/2006/relationships/oleObject" Target="../embeddings/oleObject17.bin"/><Relationship Id="rId15" Type="http://schemas.openxmlformats.org/officeDocument/2006/relationships/image" Target="../media/image17.wmf"/><Relationship Id="rId14" Type="http://schemas.openxmlformats.org/officeDocument/2006/relationships/oleObject" Target="../embeddings/oleObject16.bin"/><Relationship Id="rId13" Type="http://schemas.openxmlformats.org/officeDocument/2006/relationships/image" Target="../media/image16.wmf"/><Relationship Id="rId12" Type="http://schemas.openxmlformats.org/officeDocument/2006/relationships/oleObject" Target="../embeddings/oleObject15.bin"/><Relationship Id="rId11" Type="http://schemas.openxmlformats.org/officeDocument/2006/relationships/image" Target="../media/image6.wmf"/><Relationship Id="rId10" Type="http://schemas.openxmlformats.org/officeDocument/2006/relationships/oleObject" Target="../embeddings/oleObject14.bin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oleObject" Target="../embeddings/oleObject29.bin"/><Relationship Id="rId7" Type="http://schemas.openxmlformats.org/officeDocument/2006/relationships/image" Target="../media/image27.w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25.wmf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5.xml"/><Relationship Id="rId2" Type="http://schemas.openxmlformats.org/officeDocument/2006/relationships/oleObject" Target="../embeddings/oleObject26.bin"/><Relationship Id="rId19" Type="http://schemas.openxmlformats.org/officeDocument/2006/relationships/image" Target="../media/image33.wmf"/><Relationship Id="rId18" Type="http://schemas.openxmlformats.org/officeDocument/2006/relationships/oleObject" Target="../embeddings/oleObject34.bin"/><Relationship Id="rId17" Type="http://schemas.openxmlformats.org/officeDocument/2006/relationships/image" Target="../media/image32.wmf"/><Relationship Id="rId16" Type="http://schemas.openxmlformats.org/officeDocument/2006/relationships/oleObject" Target="../embeddings/oleObject33.bin"/><Relationship Id="rId15" Type="http://schemas.openxmlformats.org/officeDocument/2006/relationships/image" Target="../media/image31.wmf"/><Relationship Id="rId14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2" Type="http://schemas.openxmlformats.org/officeDocument/2006/relationships/oleObject" Target="../embeddings/oleObject31.bin"/><Relationship Id="rId11" Type="http://schemas.openxmlformats.org/officeDocument/2006/relationships/image" Target="../media/image29.wmf"/><Relationship Id="rId10" Type="http://schemas.openxmlformats.org/officeDocument/2006/relationships/oleObject" Target="../embeddings/oleObject30.bin"/><Relationship Id="rId1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oleObject" Target="../embeddings/oleObject38.bin"/><Relationship Id="rId7" Type="http://schemas.openxmlformats.org/officeDocument/2006/relationships/image" Target="../media/image37.wmf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6.bin"/><Relationship Id="rId36" Type="http://schemas.openxmlformats.org/officeDocument/2006/relationships/vmlDrawing" Target="../drawings/vmlDrawing4.v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66.xml"/><Relationship Id="rId33" Type="http://schemas.openxmlformats.org/officeDocument/2006/relationships/image" Target="../media/image50.wmf"/><Relationship Id="rId32" Type="http://schemas.openxmlformats.org/officeDocument/2006/relationships/oleObject" Target="../embeddings/oleObject50.bin"/><Relationship Id="rId31" Type="http://schemas.openxmlformats.org/officeDocument/2006/relationships/image" Target="../media/image49.wmf"/><Relationship Id="rId30" Type="http://schemas.openxmlformats.org/officeDocument/2006/relationships/oleObject" Target="../embeddings/oleObject49.bin"/><Relationship Id="rId3" Type="http://schemas.openxmlformats.org/officeDocument/2006/relationships/image" Target="../media/image35.wmf"/><Relationship Id="rId29" Type="http://schemas.openxmlformats.org/officeDocument/2006/relationships/image" Target="../media/image48.wmf"/><Relationship Id="rId28" Type="http://schemas.openxmlformats.org/officeDocument/2006/relationships/oleObject" Target="../embeddings/oleObject48.bin"/><Relationship Id="rId27" Type="http://schemas.openxmlformats.org/officeDocument/2006/relationships/image" Target="../media/image47.wmf"/><Relationship Id="rId26" Type="http://schemas.openxmlformats.org/officeDocument/2006/relationships/oleObject" Target="../embeddings/oleObject47.bin"/><Relationship Id="rId25" Type="http://schemas.openxmlformats.org/officeDocument/2006/relationships/image" Target="../media/image46.wmf"/><Relationship Id="rId24" Type="http://schemas.openxmlformats.org/officeDocument/2006/relationships/oleObject" Target="../embeddings/oleObject46.bin"/><Relationship Id="rId23" Type="http://schemas.openxmlformats.org/officeDocument/2006/relationships/image" Target="../media/image45.wmf"/><Relationship Id="rId22" Type="http://schemas.openxmlformats.org/officeDocument/2006/relationships/oleObject" Target="../embeddings/oleObject45.bin"/><Relationship Id="rId21" Type="http://schemas.openxmlformats.org/officeDocument/2006/relationships/image" Target="../media/image44.wmf"/><Relationship Id="rId20" Type="http://schemas.openxmlformats.org/officeDocument/2006/relationships/oleObject" Target="../embeddings/oleObject44.bin"/><Relationship Id="rId2" Type="http://schemas.openxmlformats.org/officeDocument/2006/relationships/oleObject" Target="../embeddings/oleObject35.bin"/><Relationship Id="rId19" Type="http://schemas.openxmlformats.org/officeDocument/2006/relationships/image" Target="../media/image43.wmf"/><Relationship Id="rId18" Type="http://schemas.openxmlformats.org/officeDocument/2006/relationships/oleObject" Target="../embeddings/oleObject43.bin"/><Relationship Id="rId17" Type="http://schemas.openxmlformats.org/officeDocument/2006/relationships/image" Target="../media/image42.wmf"/><Relationship Id="rId16" Type="http://schemas.openxmlformats.org/officeDocument/2006/relationships/oleObject" Target="../embeddings/oleObject42.bin"/><Relationship Id="rId15" Type="http://schemas.openxmlformats.org/officeDocument/2006/relationships/image" Target="../media/image41.wmf"/><Relationship Id="rId14" Type="http://schemas.openxmlformats.org/officeDocument/2006/relationships/oleObject" Target="../embeddings/oleObject41.bin"/><Relationship Id="rId13" Type="http://schemas.openxmlformats.org/officeDocument/2006/relationships/image" Target="../media/image40.wmf"/><Relationship Id="rId12" Type="http://schemas.openxmlformats.org/officeDocument/2006/relationships/oleObject" Target="../embeddings/oleObject40.bin"/><Relationship Id="rId11" Type="http://schemas.openxmlformats.org/officeDocument/2006/relationships/image" Target="../media/image39.wmf"/><Relationship Id="rId10" Type="http://schemas.openxmlformats.org/officeDocument/2006/relationships/oleObject" Target="../embeddings/oleObject39.bin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oleObject" Target="../embeddings/oleObject54.bin"/><Relationship Id="rId7" Type="http://schemas.openxmlformats.org/officeDocument/2006/relationships/image" Target="../media/image37.wmf"/><Relationship Id="rId6" Type="http://schemas.openxmlformats.org/officeDocument/2006/relationships/oleObject" Target="../embeddings/oleObject53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2.bin"/><Relationship Id="rId3" Type="http://schemas.openxmlformats.org/officeDocument/2006/relationships/image" Target="../media/image51.wmf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67.xml"/><Relationship Id="rId23" Type="http://schemas.openxmlformats.org/officeDocument/2006/relationships/image" Target="../media/image58.wmf"/><Relationship Id="rId22" Type="http://schemas.openxmlformats.org/officeDocument/2006/relationships/oleObject" Target="../embeddings/oleObject61.bin"/><Relationship Id="rId21" Type="http://schemas.openxmlformats.org/officeDocument/2006/relationships/image" Target="../media/image44.wmf"/><Relationship Id="rId20" Type="http://schemas.openxmlformats.org/officeDocument/2006/relationships/oleObject" Target="../embeddings/oleObject60.bin"/><Relationship Id="rId2" Type="http://schemas.openxmlformats.org/officeDocument/2006/relationships/oleObject" Target="../embeddings/oleObject51.bin"/><Relationship Id="rId19" Type="http://schemas.openxmlformats.org/officeDocument/2006/relationships/image" Target="../media/image57.wmf"/><Relationship Id="rId18" Type="http://schemas.openxmlformats.org/officeDocument/2006/relationships/oleObject" Target="../embeddings/oleObject59.bin"/><Relationship Id="rId17" Type="http://schemas.openxmlformats.org/officeDocument/2006/relationships/image" Target="../media/image56.wmf"/><Relationship Id="rId16" Type="http://schemas.openxmlformats.org/officeDocument/2006/relationships/oleObject" Target="../embeddings/oleObject58.bin"/><Relationship Id="rId15" Type="http://schemas.openxmlformats.org/officeDocument/2006/relationships/image" Target="../media/image55.wmf"/><Relationship Id="rId14" Type="http://schemas.openxmlformats.org/officeDocument/2006/relationships/oleObject" Target="../embeddings/oleObject57.bin"/><Relationship Id="rId13" Type="http://schemas.openxmlformats.org/officeDocument/2006/relationships/image" Target="../media/image54.wmf"/><Relationship Id="rId12" Type="http://schemas.openxmlformats.org/officeDocument/2006/relationships/oleObject" Target="../embeddings/oleObject56.bin"/><Relationship Id="rId11" Type="http://schemas.openxmlformats.org/officeDocument/2006/relationships/image" Target="../media/image53.wmf"/><Relationship Id="rId10" Type="http://schemas.openxmlformats.org/officeDocument/2006/relationships/oleObject" Target="../embeddings/oleObject55.bin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2039" t="1796" r="7614"/>
          <a:stretch>
            <a:fillRect/>
          </a:stretch>
        </p:blipFill>
        <p:spPr>
          <a:xfrm>
            <a:off x="839470" y="0"/>
            <a:ext cx="1586865" cy="1845945"/>
          </a:xfrm>
          <a:prstGeom prst="rect">
            <a:avLst/>
          </a:prstGeom>
        </p:spPr>
      </p:pic>
      <p:cxnSp>
        <p:nvCxnSpPr>
          <p:cNvPr id="58" name="直接箭头连接符 57"/>
          <p:cNvCxnSpPr/>
          <p:nvPr/>
        </p:nvCxnSpPr>
        <p:spPr>
          <a:xfrm flipV="1">
            <a:off x="1095375" y="825734"/>
            <a:ext cx="554990" cy="1095375"/>
          </a:xfrm>
          <a:prstGeom prst="straightConnector1">
            <a:avLst/>
          </a:prstGeom>
          <a:ln w="127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387985" y="1913255"/>
            <a:ext cx="713105" cy="490855"/>
            <a:chOff x="1516" y="992"/>
            <a:chExt cx="743" cy="604"/>
          </a:xfrm>
        </p:grpSpPr>
        <p:cxnSp>
          <p:nvCxnSpPr>
            <p:cNvPr id="4" name="直接箭头连接符 3"/>
            <p:cNvCxnSpPr/>
            <p:nvPr/>
          </p:nvCxnSpPr>
          <p:spPr>
            <a:xfrm flipH="1" flipV="1">
              <a:off x="1516" y="992"/>
              <a:ext cx="743" cy="6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flipH="1">
              <a:off x="1623" y="1000"/>
              <a:ext cx="633" cy="405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H="1">
              <a:off x="2253" y="994"/>
              <a:ext cx="3" cy="60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7" name="直接箭头连接符 6"/>
          <p:cNvCxnSpPr/>
          <p:nvPr/>
        </p:nvCxnSpPr>
        <p:spPr>
          <a:xfrm flipH="1" flipV="1">
            <a:off x="923925" y="812165"/>
            <a:ext cx="733425" cy="381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993140" y="817245"/>
            <a:ext cx="662305" cy="41910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1654175" y="810895"/>
            <a:ext cx="3175" cy="62357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0" name="对象 -2147482496"/>
          <p:cNvGraphicFramePr>
            <a:graphicFrameLocks noChangeAspect="1"/>
          </p:cNvGraphicFramePr>
          <p:nvPr/>
        </p:nvGraphicFramePr>
        <p:xfrm>
          <a:off x="1668780" y="679450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77165" imgH="190500" progId="DSEquations">
                  <p:embed/>
                </p:oleObj>
              </mc:Choice>
              <mc:Fallback>
                <p:oleObj name="" r:id="rId2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68780" y="679450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2496"/>
          <p:cNvGraphicFramePr>
            <a:graphicFrameLocks noChangeAspect="1"/>
          </p:cNvGraphicFramePr>
          <p:nvPr/>
        </p:nvGraphicFramePr>
        <p:xfrm>
          <a:off x="812800" y="1178560"/>
          <a:ext cx="203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4" imgW="203200" imgH="190500" progId="DSEquations">
                  <p:embed/>
                </p:oleObj>
              </mc:Choice>
              <mc:Fallback>
                <p:oleObj name="" r:id="rId4" imgW="2032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2800" y="1178560"/>
                        <a:ext cx="2032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2496"/>
          <p:cNvGraphicFramePr>
            <a:graphicFrameLocks noChangeAspect="1"/>
          </p:cNvGraphicFramePr>
          <p:nvPr/>
        </p:nvGraphicFramePr>
        <p:xfrm>
          <a:off x="758825" y="72136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6" imgW="152400" imgH="190500" progId="DSEquations">
                  <p:embed/>
                </p:oleObj>
              </mc:Choice>
              <mc:Fallback>
                <p:oleObj name="" r:id="rId6" imgW="1524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825" y="721360"/>
                        <a:ext cx="1524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496"/>
          <p:cNvGraphicFramePr>
            <a:graphicFrameLocks noChangeAspect="1"/>
          </p:cNvGraphicFramePr>
          <p:nvPr/>
        </p:nvGraphicFramePr>
        <p:xfrm>
          <a:off x="1558290" y="1434465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8" imgW="177165" imgH="190500" progId="DSEquations">
                  <p:embed/>
                </p:oleObj>
              </mc:Choice>
              <mc:Fallback>
                <p:oleObj name="" r:id="rId8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58290" y="1434465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-2147482496"/>
          <p:cNvGraphicFramePr>
            <a:graphicFrameLocks noChangeAspect="1"/>
          </p:cNvGraphicFramePr>
          <p:nvPr/>
        </p:nvGraphicFramePr>
        <p:xfrm>
          <a:off x="192112" y="2250638"/>
          <a:ext cx="4076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0" imgW="405765" imgH="190500" progId="DSEquations">
                  <p:embed/>
                </p:oleObj>
              </mc:Choice>
              <mc:Fallback>
                <p:oleObj name="" r:id="rId10" imgW="4057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2112" y="2250638"/>
                        <a:ext cx="4076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496"/>
          <p:cNvGraphicFramePr>
            <a:graphicFrameLocks noChangeAspect="1"/>
          </p:cNvGraphicFramePr>
          <p:nvPr/>
        </p:nvGraphicFramePr>
        <p:xfrm>
          <a:off x="36192" y="1820625"/>
          <a:ext cx="3448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2" imgW="342900" imgH="190500" progId="DSEquations">
                  <p:embed/>
                </p:oleObj>
              </mc:Choice>
              <mc:Fallback>
                <p:oleObj name="" r:id="rId12" imgW="3429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192" y="1820625"/>
                        <a:ext cx="3448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2496"/>
          <p:cNvGraphicFramePr>
            <a:graphicFrameLocks noChangeAspect="1"/>
          </p:cNvGraphicFramePr>
          <p:nvPr/>
        </p:nvGraphicFramePr>
        <p:xfrm>
          <a:off x="1127631" y="2329428"/>
          <a:ext cx="381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4" imgW="381000" imgH="190500" progId="DSEquations">
                  <p:embed/>
                </p:oleObj>
              </mc:Choice>
              <mc:Fallback>
                <p:oleObj name="" r:id="rId14" imgW="3810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27631" y="2329428"/>
                        <a:ext cx="3810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-2147482496"/>
          <p:cNvGraphicFramePr>
            <a:graphicFrameLocks noChangeAspect="1"/>
          </p:cNvGraphicFramePr>
          <p:nvPr/>
        </p:nvGraphicFramePr>
        <p:xfrm>
          <a:off x="1127980" y="1850453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6" imgW="177165" imgH="190500" progId="DSEquations">
                  <p:embed/>
                </p:oleObj>
              </mc:Choice>
              <mc:Fallback>
                <p:oleObj name="" r:id="rId16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27980" y="1850453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-2147482496"/>
          <p:cNvGraphicFramePr>
            <a:graphicFrameLocks noChangeAspect="1"/>
          </p:cNvGraphicFramePr>
          <p:nvPr/>
        </p:nvGraphicFramePr>
        <p:xfrm>
          <a:off x="1238153" y="1183068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18" imgW="190500" imgH="215900" progId="DSEquations">
                  <p:embed/>
                </p:oleObj>
              </mc:Choice>
              <mc:Fallback>
                <p:oleObj name="" r:id="rId18" imgW="190500" imgH="2159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38153" y="1183068"/>
                        <a:ext cx="1905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180000" flipH="1">
            <a:off x="265430" y="661035"/>
            <a:ext cx="1703070" cy="171704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206375" y="763270"/>
            <a:ext cx="2225040" cy="68389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 rot="16200000">
            <a:off x="196215" y="744855"/>
            <a:ext cx="2324100" cy="86804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 rot="16200000">
            <a:off x="224155" y="169545"/>
            <a:ext cx="2188845" cy="2019300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16915" y="1181735"/>
            <a:ext cx="641350" cy="20510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355090" y="1183005"/>
            <a:ext cx="643890" cy="19494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3" idx="2"/>
          </p:cNvCxnSpPr>
          <p:nvPr/>
        </p:nvCxnSpPr>
        <p:spPr>
          <a:xfrm>
            <a:off x="1355090" y="1178560"/>
            <a:ext cx="3175" cy="116268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337185" y="948690"/>
            <a:ext cx="1014730" cy="23114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350010" y="1181100"/>
            <a:ext cx="403860" cy="43116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835025" y="1174750"/>
            <a:ext cx="517525" cy="96520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8" name="对象 -2147482496"/>
          <p:cNvGraphicFramePr>
            <a:graphicFrameLocks noChangeAspect="1"/>
          </p:cNvGraphicFramePr>
          <p:nvPr/>
        </p:nvGraphicFramePr>
        <p:xfrm>
          <a:off x="1209040" y="997585"/>
          <a:ext cx="37084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368300" imgH="190500" progId="DSEquations">
                  <p:embed/>
                </p:oleObj>
              </mc:Choice>
              <mc:Fallback>
                <p:oleObj name="" r:id="rId2" imgW="3683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9040" y="997585"/>
                        <a:ext cx="37084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2496"/>
          <p:cNvGraphicFramePr>
            <a:graphicFrameLocks noChangeAspect="1"/>
          </p:cNvGraphicFramePr>
          <p:nvPr/>
        </p:nvGraphicFramePr>
        <p:xfrm>
          <a:off x="1691640" y="1613535"/>
          <a:ext cx="20383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4" imgW="203200" imgH="190500" progId="DSEquations">
                  <p:embed/>
                </p:oleObj>
              </mc:Choice>
              <mc:Fallback>
                <p:oleObj name="" r:id="rId4" imgW="2032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91640" y="1613535"/>
                        <a:ext cx="20383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2496"/>
          <p:cNvGraphicFramePr>
            <a:graphicFrameLocks noChangeAspect="1"/>
          </p:cNvGraphicFramePr>
          <p:nvPr/>
        </p:nvGraphicFramePr>
        <p:xfrm>
          <a:off x="184785" y="76327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6" imgW="152400" imgH="190500" progId="DSEquations">
                  <p:embed/>
                </p:oleObj>
              </mc:Choice>
              <mc:Fallback>
                <p:oleObj name="" r:id="rId6" imgW="1524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4785" y="763270"/>
                        <a:ext cx="1524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496"/>
          <p:cNvGraphicFramePr>
            <a:graphicFrameLocks noChangeAspect="1"/>
          </p:cNvGraphicFramePr>
          <p:nvPr/>
        </p:nvGraphicFramePr>
        <p:xfrm>
          <a:off x="1970723" y="139001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8" imgW="127000" imgH="152400" progId="DSEquations">
                  <p:embed/>
                </p:oleObj>
              </mc:Choice>
              <mc:Fallback>
                <p:oleObj name="" r:id="rId8" imgW="1270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70723" y="1390015"/>
                        <a:ext cx="1270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>
            <a:off x="1357291" y="1188871"/>
            <a:ext cx="426720" cy="222885"/>
          </a:xfrm>
          <a:prstGeom prst="straightConnector1">
            <a:avLst/>
          </a:prstGeom>
          <a:ln w="12700" cap="rnd" cmpd="sng">
            <a:solidFill>
              <a:srgbClr val="F97C3D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9" name="对象 -2147482496"/>
          <p:cNvGraphicFramePr>
            <a:graphicFrameLocks noChangeAspect="1"/>
          </p:cNvGraphicFramePr>
          <p:nvPr/>
        </p:nvGraphicFramePr>
        <p:xfrm>
          <a:off x="1886292" y="1120973"/>
          <a:ext cx="4076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0" imgW="405765" imgH="190500" progId="DSEquations">
                  <p:embed/>
                </p:oleObj>
              </mc:Choice>
              <mc:Fallback>
                <p:oleObj name="" r:id="rId10" imgW="4057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6292" y="1120973"/>
                        <a:ext cx="4076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496"/>
          <p:cNvGraphicFramePr>
            <a:graphicFrameLocks noChangeAspect="1"/>
          </p:cNvGraphicFramePr>
          <p:nvPr/>
        </p:nvGraphicFramePr>
        <p:xfrm>
          <a:off x="376870" y="1370410"/>
          <a:ext cx="34544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2" imgW="342900" imgH="190500" progId="DSEquations">
                  <p:embed/>
                </p:oleObj>
              </mc:Choice>
              <mc:Fallback>
                <p:oleObj name="" r:id="rId12" imgW="3429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6870" y="1370410"/>
                        <a:ext cx="34544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2496"/>
          <p:cNvGraphicFramePr>
            <a:graphicFrameLocks noChangeAspect="1"/>
          </p:cNvGraphicFramePr>
          <p:nvPr/>
        </p:nvGraphicFramePr>
        <p:xfrm>
          <a:off x="1313686" y="2345938"/>
          <a:ext cx="381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4" imgW="381000" imgH="190500" progId="DSEquations">
                  <p:embed/>
                </p:oleObj>
              </mc:Choice>
              <mc:Fallback>
                <p:oleObj name="" r:id="rId14" imgW="3810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13686" y="2345938"/>
                        <a:ext cx="3810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>
            <a:off x="310811" y="1188871"/>
            <a:ext cx="1043940" cy="68580"/>
          </a:xfrm>
          <a:prstGeom prst="straightConnector1">
            <a:avLst/>
          </a:prstGeom>
          <a:ln w="12700" cap="rnd" cmpd="sng">
            <a:solidFill>
              <a:srgbClr val="FF7E3F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1" name="对象 -2147482496"/>
          <p:cNvGraphicFramePr>
            <a:graphicFrameLocks noChangeAspect="1"/>
          </p:cNvGraphicFramePr>
          <p:nvPr/>
        </p:nvGraphicFramePr>
        <p:xfrm>
          <a:off x="1766277" y="1423233"/>
          <a:ext cx="1917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6" imgW="190500" imgH="190500" progId="DSEquations">
                  <p:embed/>
                </p:oleObj>
              </mc:Choice>
              <mc:Fallback>
                <p:oleObj name="" r:id="rId16" imgW="1905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66277" y="1423233"/>
                        <a:ext cx="1917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/>
          <p:cNvCxnSpPr/>
          <p:nvPr/>
        </p:nvCxnSpPr>
        <p:spPr>
          <a:xfrm flipH="1">
            <a:off x="1212511" y="1188871"/>
            <a:ext cx="142240" cy="1080770"/>
          </a:xfrm>
          <a:prstGeom prst="straightConnector1">
            <a:avLst/>
          </a:prstGeom>
          <a:ln w="12700" cap="rnd" cmpd="sng">
            <a:solidFill>
              <a:srgbClr val="FF7E3F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>
            <a:off x="1767205" y="1376680"/>
            <a:ext cx="227330" cy="43180"/>
          </a:xfrm>
          <a:custGeom>
            <a:avLst/>
            <a:gdLst>
              <a:gd name="connisteX0" fmla="*/ 227590 w 227590"/>
              <a:gd name="connsiteY0" fmla="*/ 0 h 42902"/>
              <a:gd name="connisteX1" fmla="*/ 18675 w 227590"/>
              <a:gd name="connsiteY1" fmla="*/ 39370 h 42902"/>
              <a:gd name="connisteX2" fmla="*/ 21215 w 227590"/>
              <a:gd name="connsiteY2" fmla="*/ 39370 h 429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27591" h="42902">
                <a:moveTo>
                  <a:pt x="227591" y="0"/>
                </a:moveTo>
                <a:cubicBezTo>
                  <a:pt x="185681" y="7620"/>
                  <a:pt x="59951" y="31750"/>
                  <a:pt x="18676" y="39370"/>
                </a:cubicBezTo>
                <a:cubicBezTo>
                  <a:pt x="-22599" y="46990"/>
                  <a:pt x="16771" y="40005"/>
                  <a:pt x="21216" y="3937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317500" y="1255395"/>
            <a:ext cx="401955" cy="134620"/>
          </a:xfrm>
          <a:custGeom>
            <a:avLst/>
            <a:gdLst>
              <a:gd name="connisteX0" fmla="*/ 401955 w 401955"/>
              <a:gd name="connsiteY0" fmla="*/ 134620 h 134620"/>
              <a:gd name="connisteX1" fmla="*/ 210820 w 401955"/>
              <a:gd name="connsiteY1" fmla="*/ 92710 h 134620"/>
              <a:gd name="connisteX2" fmla="*/ 73660 w 401955"/>
              <a:gd name="connsiteY2" fmla="*/ 36830 h 134620"/>
              <a:gd name="connisteX3" fmla="*/ 0 w 401955"/>
              <a:gd name="connsiteY3" fmla="*/ 0 h 1346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01955" h="134620">
                <a:moveTo>
                  <a:pt x="401955" y="134620"/>
                </a:moveTo>
                <a:cubicBezTo>
                  <a:pt x="366395" y="127635"/>
                  <a:pt x="276225" y="112395"/>
                  <a:pt x="210820" y="92710"/>
                </a:cubicBezTo>
                <a:cubicBezTo>
                  <a:pt x="145415" y="73025"/>
                  <a:pt x="115570" y="55245"/>
                  <a:pt x="73660" y="36830"/>
                </a:cubicBezTo>
                <a:cubicBezTo>
                  <a:pt x="31750" y="18415"/>
                  <a:pt x="12065" y="6350"/>
                  <a:pt x="0" y="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对象 -2147482496"/>
          <p:cNvGraphicFramePr>
            <a:graphicFrameLocks noChangeAspect="1"/>
          </p:cNvGraphicFramePr>
          <p:nvPr/>
        </p:nvGraphicFramePr>
        <p:xfrm>
          <a:off x="468313" y="123380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8" imgW="127000" imgH="152400" progId="DSEquations">
                  <p:embed/>
                </p:oleObj>
              </mc:Choice>
              <mc:Fallback>
                <p:oleObj name="" r:id="rId18" imgW="1270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8313" y="1233805"/>
                        <a:ext cx="1270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2496"/>
          <p:cNvGraphicFramePr>
            <a:graphicFrameLocks noChangeAspect="1"/>
          </p:cNvGraphicFramePr>
          <p:nvPr/>
        </p:nvGraphicFramePr>
        <p:xfrm>
          <a:off x="676275" y="2139950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19" imgW="177165" imgH="190500" progId="DSEquations">
                  <p:embed/>
                </p:oleObj>
              </mc:Choice>
              <mc:Fallback>
                <p:oleObj name="" r:id="rId19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6275" y="2139950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-2147482496"/>
          <p:cNvGraphicFramePr>
            <a:graphicFrameLocks noChangeAspect="1"/>
          </p:cNvGraphicFramePr>
          <p:nvPr/>
        </p:nvGraphicFramePr>
        <p:xfrm>
          <a:off x="917893" y="2085975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21" imgW="114300" imgH="152400" progId="DSEquations">
                  <p:embed/>
                </p:oleObj>
              </mc:Choice>
              <mc:Fallback>
                <p:oleObj name="" r:id="rId21" imgW="1143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17893" y="2085975"/>
                        <a:ext cx="114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-2147482496"/>
          <p:cNvGraphicFramePr>
            <a:graphicFrameLocks noChangeAspect="1"/>
          </p:cNvGraphicFramePr>
          <p:nvPr/>
        </p:nvGraphicFramePr>
        <p:xfrm>
          <a:off x="1211898" y="23304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23" imgW="114300" imgH="165100" progId="DSEquations">
                  <p:embed/>
                </p:oleObj>
              </mc:Choice>
              <mc:Fallback>
                <p:oleObj name="" r:id="rId23" imgW="114300" imgH="1651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11898" y="2330450"/>
                        <a:ext cx="1143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-2147482496"/>
          <p:cNvGraphicFramePr>
            <a:graphicFrameLocks noChangeAspect="1"/>
          </p:cNvGraphicFramePr>
          <p:nvPr/>
        </p:nvGraphicFramePr>
        <p:xfrm>
          <a:off x="305753" y="1043305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5" imgW="114300" imgH="152400" progId="DSEquations">
                  <p:embed/>
                </p:oleObj>
              </mc:Choice>
              <mc:Fallback>
                <p:oleObj name="" r:id="rId25" imgW="1143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5753" y="1043305"/>
                        <a:ext cx="114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任意多边形 59"/>
          <p:cNvSpPr/>
          <p:nvPr/>
        </p:nvSpPr>
        <p:spPr>
          <a:xfrm>
            <a:off x="837565" y="2136775"/>
            <a:ext cx="367665" cy="130175"/>
          </a:xfrm>
          <a:custGeom>
            <a:avLst/>
            <a:gdLst>
              <a:gd name="connisteX0" fmla="*/ 367665 w 367665"/>
              <a:gd name="connsiteY0" fmla="*/ 130175 h 130175"/>
              <a:gd name="connisteX1" fmla="*/ 237490 w 367665"/>
              <a:gd name="connsiteY1" fmla="*/ 105410 h 130175"/>
              <a:gd name="connisteX2" fmla="*/ 129540 w 367665"/>
              <a:gd name="connsiteY2" fmla="*/ 71120 h 130175"/>
              <a:gd name="connisteX3" fmla="*/ 46355 w 367665"/>
              <a:gd name="connsiteY3" fmla="*/ 27305 h 130175"/>
              <a:gd name="connisteX4" fmla="*/ 0 w 367665"/>
              <a:gd name="connsiteY4" fmla="*/ 0 h 1301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67665" h="130175">
                <a:moveTo>
                  <a:pt x="367665" y="130175"/>
                </a:moveTo>
                <a:cubicBezTo>
                  <a:pt x="343535" y="125730"/>
                  <a:pt x="285115" y="117475"/>
                  <a:pt x="237490" y="105410"/>
                </a:cubicBezTo>
                <a:cubicBezTo>
                  <a:pt x="189865" y="93345"/>
                  <a:pt x="167640" y="86995"/>
                  <a:pt x="129540" y="71120"/>
                </a:cubicBezTo>
                <a:cubicBezTo>
                  <a:pt x="91440" y="55245"/>
                  <a:pt x="72390" y="41275"/>
                  <a:pt x="46355" y="27305"/>
                </a:cubicBezTo>
                <a:cubicBezTo>
                  <a:pt x="20320" y="13335"/>
                  <a:pt x="7620" y="4445"/>
                  <a:pt x="0" y="0"/>
                </a:cubicBezTo>
              </a:path>
            </a:pathLst>
          </a:custGeom>
          <a:noFill/>
          <a:ln w="6350">
            <a:solidFill>
              <a:srgbClr val="FF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/>
        </p:nvSpPr>
        <p:spPr>
          <a:xfrm>
            <a:off x="310515" y="941070"/>
            <a:ext cx="21590" cy="311150"/>
          </a:xfrm>
          <a:custGeom>
            <a:avLst/>
            <a:gdLst>
              <a:gd name="connisteX0" fmla="*/ 2836 w 21886"/>
              <a:gd name="connsiteY0" fmla="*/ 311150 h 311150"/>
              <a:gd name="connisteX1" fmla="*/ 296 w 21886"/>
              <a:gd name="connsiteY1" fmla="*/ 198120 h 311150"/>
              <a:gd name="connisteX2" fmla="*/ 9821 w 21886"/>
              <a:gd name="connsiteY2" fmla="*/ 75565 h 311150"/>
              <a:gd name="connisteX3" fmla="*/ 21886 w 21886"/>
              <a:gd name="connsiteY3" fmla="*/ 0 h 311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1887" h="311150">
                <a:moveTo>
                  <a:pt x="2837" y="311150"/>
                </a:moveTo>
                <a:cubicBezTo>
                  <a:pt x="2202" y="290830"/>
                  <a:pt x="-973" y="245110"/>
                  <a:pt x="297" y="198120"/>
                </a:cubicBezTo>
                <a:cubicBezTo>
                  <a:pt x="1567" y="151130"/>
                  <a:pt x="5377" y="114935"/>
                  <a:pt x="9822" y="75565"/>
                </a:cubicBezTo>
                <a:cubicBezTo>
                  <a:pt x="14267" y="36195"/>
                  <a:pt x="19347" y="12700"/>
                  <a:pt x="21887" y="0"/>
                </a:cubicBezTo>
              </a:path>
            </a:pathLst>
          </a:custGeom>
          <a:noFill/>
          <a:ln w="6350">
            <a:solidFill>
              <a:srgbClr val="FF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对象 -2147482496"/>
          <p:cNvGraphicFramePr>
            <a:graphicFrameLocks noChangeAspect="1"/>
          </p:cNvGraphicFramePr>
          <p:nvPr/>
        </p:nvGraphicFramePr>
        <p:xfrm>
          <a:off x="1669098" y="1396365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26" imgW="114300" imgH="165100" progId="DSEquations">
                  <p:embed/>
                </p:oleObj>
              </mc:Choice>
              <mc:Fallback>
                <p:oleObj name="" r:id="rId26" imgW="114300" imgH="1651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69098" y="1396365"/>
                        <a:ext cx="1143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任意多边形 63"/>
          <p:cNvSpPr/>
          <p:nvPr/>
        </p:nvSpPr>
        <p:spPr>
          <a:xfrm>
            <a:off x="1761490" y="1414145"/>
            <a:ext cx="22225" cy="203835"/>
          </a:xfrm>
          <a:custGeom>
            <a:avLst/>
            <a:gdLst>
              <a:gd name="connisteX0" fmla="*/ 22225 w 22225"/>
              <a:gd name="connsiteY0" fmla="*/ 0 h 203840"/>
              <a:gd name="connisteX1" fmla="*/ 12065 w 22225"/>
              <a:gd name="connsiteY1" fmla="*/ 100330 h 203840"/>
              <a:gd name="connisteX2" fmla="*/ 2540 w 22225"/>
              <a:gd name="connsiteY2" fmla="*/ 196215 h 203840"/>
              <a:gd name="connisteX3" fmla="*/ 0 w 22225"/>
              <a:gd name="connsiteY3" fmla="*/ 191135 h 2038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2225" h="203840">
                <a:moveTo>
                  <a:pt x="22225" y="0"/>
                </a:moveTo>
                <a:cubicBezTo>
                  <a:pt x="20320" y="18415"/>
                  <a:pt x="15875" y="60960"/>
                  <a:pt x="12065" y="100330"/>
                </a:cubicBezTo>
                <a:cubicBezTo>
                  <a:pt x="8255" y="139700"/>
                  <a:pt x="5080" y="177800"/>
                  <a:pt x="2540" y="196215"/>
                </a:cubicBezTo>
                <a:cubicBezTo>
                  <a:pt x="0" y="214630"/>
                  <a:pt x="0" y="194310"/>
                  <a:pt x="0" y="191135"/>
                </a:cubicBezTo>
              </a:path>
            </a:pathLst>
          </a:custGeom>
          <a:noFill/>
          <a:ln w="6350">
            <a:solidFill>
              <a:srgbClr val="00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>
            <a:off x="1207135" y="2272030"/>
            <a:ext cx="147320" cy="67310"/>
          </a:xfrm>
          <a:custGeom>
            <a:avLst/>
            <a:gdLst>
              <a:gd name="connisteX0" fmla="*/ 147320 w 147320"/>
              <a:gd name="connsiteY0" fmla="*/ 66040 h 67004"/>
              <a:gd name="connisteX1" fmla="*/ 88265 w 147320"/>
              <a:gd name="connsiteY1" fmla="*/ 58420 h 67004"/>
              <a:gd name="connisteX2" fmla="*/ 0 w 147320"/>
              <a:gd name="connsiteY2" fmla="*/ 0 h 6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47320" h="67005">
                <a:moveTo>
                  <a:pt x="147320" y="66040"/>
                </a:moveTo>
                <a:cubicBezTo>
                  <a:pt x="137160" y="65405"/>
                  <a:pt x="117475" y="71755"/>
                  <a:pt x="88265" y="58420"/>
                </a:cubicBezTo>
                <a:cubicBezTo>
                  <a:pt x="59055" y="45085"/>
                  <a:pt x="16510" y="11430"/>
                  <a:pt x="0" y="0"/>
                </a:cubicBezTo>
              </a:path>
            </a:pathLst>
          </a:custGeom>
          <a:noFill/>
          <a:ln w="6350">
            <a:solidFill>
              <a:srgbClr val="00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对象 -2147482496"/>
          <p:cNvGraphicFramePr>
            <a:graphicFrameLocks noChangeAspect="1"/>
          </p:cNvGraphicFramePr>
          <p:nvPr/>
        </p:nvGraphicFramePr>
        <p:xfrm>
          <a:off x="147027" y="1190188"/>
          <a:ext cx="1536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8" imgW="152400" imgH="190500" progId="DSEquations">
                  <p:embed/>
                </p:oleObj>
              </mc:Choice>
              <mc:Fallback>
                <p:oleObj name="" r:id="rId28" imgW="1524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47027" y="1190188"/>
                        <a:ext cx="1536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496"/>
          <p:cNvGraphicFramePr>
            <a:graphicFrameLocks noChangeAspect="1"/>
          </p:cNvGraphicFramePr>
          <p:nvPr/>
        </p:nvGraphicFramePr>
        <p:xfrm>
          <a:off x="1049680" y="2267148"/>
          <a:ext cx="17843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0" imgW="177165" imgH="190500" progId="DSEquations">
                  <p:embed/>
                </p:oleObj>
              </mc:Choice>
              <mc:Fallback>
                <p:oleObj name="" r:id="rId30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49680" y="2267148"/>
                        <a:ext cx="17843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" y="26670"/>
            <a:ext cx="1593850" cy="1877060"/>
          </a:xfrm>
          <a:prstGeom prst="rect">
            <a:avLst/>
          </a:prstGeom>
        </p:spPr>
      </p:pic>
      <p:cxnSp>
        <p:nvCxnSpPr>
          <p:cNvPr id="58" name="直接箭头连接符 57"/>
          <p:cNvCxnSpPr/>
          <p:nvPr/>
        </p:nvCxnSpPr>
        <p:spPr>
          <a:xfrm flipH="1" flipV="1">
            <a:off x="873125" y="857484"/>
            <a:ext cx="722630" cy="1110615"/>
          </a:xfrm>
          <a:prstGeom prst="straightConnector1">
            <a:avLst/>
          </a:prstGeom>
          <a:ln w="127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1176020" y="1960880"/>
            <a:ext cx="421640" cy="490220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594485" y="1962150"/>
            <a:ext cx="721995" cy="1270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593850" y="1965325"/>
            <a:ext cx="6985" cy="54165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383540" y="856615"/>
            <a:ext cx="488315" cy="2413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870585" y="858520"/>
            <a:ext cx="920750" cy="488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43280" y="859790"/>
            <a:ext cx="26035" cy="82867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2" name="对象 -2147482496"/>
          <p:cNvGraphicFramePr>
            <a:graphicFrameLocks noChangeAspect="1"/>
          </p:cNvGraphicFramePr>
          <p:nvPr/>
        </p:nvGraphicFramePr>
        <p:xfrm>
          <a:off x="704850" y="666115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77165" imgH="190500" progId="DSEquations">
                  <p:embed/>
                </p:oleObj>
              </mc:Choice>
              <mc:Fallback>
                <p:oleObj name="" r:id="rId2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4850" y="666115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496"/>
          <p:cNvGraphicFramePr>
            <a:graphicFrameLocks noChangeAspect="1"/>
          </p:cNvGraphicFramePr>
          <p:nvPr/>
        </p:nvGraphicFramePr>
        <p:xfrm>
          <a:off x="651510" y="1740535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4" imgW="177165" imgH="190500" progId="DSEquations">
                  <p:embed/>
                </p:oleObj>
              </mc:Choice>
              <mc:Fallback>
                <p:oleObj name="" r:id="rId4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1510" y="1740535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-2147482496"/>
          <p:cNvGraphicFramePr>
            <a:graphicFrameLocks noChangeAspect="1"/>
          </p:cNvGraphicFramePr>
          <p:nvPr/>
        </p:nvGraphicFramePr>
        <p:xfrm>
          <a:off x="2062822" y="1740733"/>
          <a:ext cx="42164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6" imgW="419100" imgH="190500" progId="DSEquations">
                  <p:embed/>
                </p:oleObj>
              </mc:Choice>
              <mc:Fallback>
                <p:oleObj name="" r:id="rId6" imgW="419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2822" y="1740733"/>
                        <a:ext cx="42164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-2147482496"/>
          <p:cNvGraphicFramePr>
            <a:graphicFrameLocks noChangeAspect="1"/>
          </p:cNvGraphicFramePr>
          <p:nvPr/>
        </p:nvGraphicFramePr>
        <p:xfrm>
          <a:off x="1640425" y="1776158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8" imgW="177165" imgH="190500" progId="DSEquations">
                  <p:embed/>
                </p:oleObj>
              </mc:Choice>
              <mc:Fallback>
                <p:oleObj name="" r:id="rId8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40425" y="1776158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-2147482496"/>
          <p:cNvGraphicFramePr>
            <a:graphicFrameLocks noChangeAspect="1"/>
          </p:cNvGraphicFramePr>
          <p:nvPr/>
        </p:nvGraphicFramePr>
        <p:xfrm>
          <a:off x="1164493" y="1183703"/>
          <a:ext cx="1905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10" imgW="190500" imgH="152400" progId="DSEquations">
                  <p:embed/>
                </p:oleObj>
              </mc:Choice>
              <mc:Fallback>
                <p:oleObj name="" r:id="rId10" imgW="1905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64493" y="1183703"/>
                        <a:ext cx="1905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496"/>
          <p:cNvGraphicFramePr>
            <a:graphicFrameLocks noChangeAspect="1"/>
          </p:cNvGraphicFramePr>
          <p:nvPr/>
        </p:nvGraphicFramePr>
        <p:xfrm>
          <a:off x="1791018" y="821690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2" imgW="190500" imgH="190500" progId="DSEquations">
                  <p:embed/>
                </p:oleObj>
              </mc:Choice>
              <mc:Fallback>
                <p:oleObj name="" r:id="rId12" imgW="1905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91018" y="821690"/>
                        <a:ext cx="1905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96"/>
          <p:cNvGraphicFramePr>
            <a:graphicFrameLocks noChangeAspect="1"/>
          </p:cNvGraphicFramePr>
          <p:nvPr/>
        </p:nvGraphicFramePr>
        <p:xfrm>
          <a:off x="191453" y="1026160"/>
          <a:ext cx="165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4" imgW="165100" imgH="190500" progId="DSEquations">
                  <p:embed/>
                </p:oleObj>
              </mc:Choice>
              <mc:Fallback>
                <p:oleObj name="" r:id="rId14" imgW="165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1453" y="1026160"/>
                        <a:ext cx="1651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-2147482496"/>
          <p:cNvGraphicFramePr>
            <a:graphicFrameLocks noChangeAspect="1"/>
          </p:cNvGraphicFramePr>
          <p:nvPr/>
        </p:nvGraphicFramePr>
        <p:xfrm>
          <a:off x="805840" y="2260798"/>
          <a:ext cx="3702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6" imgW="368300" imgH="190500" progId="DSEquations">
                  <p:embed/>
                </p:oleObj>
              </mc:Choice>
              <mc:Fallback>
                <p:oleObj name="" r:id="rId16" imgW="3683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5840" y="2260798"/>
                        <a:ext cx="3702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-2147482496"/>
          <p:cNvGraphicFramePr>
            <a:graphicFrameLocks noChangeAspect="1"/>
          </p:cNvGraphicFramePr>
          <p:nvPr/>
        </p:nvGraphicFramePr>
        <p:xfrm>
          <a:off x="1640230" y="2316678"/>
          <a:ext cx="3829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8" imgW="381000" imgH="190500" progId="DSEquations">
                  <p:embed/>
                </p:oleObj>
              </mc:Choice>
              <mc:Fallback>
                <p:oleObj name="" r:id="rId18" imgW="3810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40230" y="2316678"/>
                        <a:ext cx="3829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266700" y="267970"/>
            <a:ext cx="1556385" cy="202184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206375" y="763270"/>
            <a:ext cx="2225040" cy="68389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 rot="16200000">
            <a:off x="196215" y="744855"/>
            <a:ext cx="2324100" cy="86804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 rot="16200000">
            <a:off x="224155" y="169545"/>
            <a:ext cx="2188845" cy="2019300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16915" y="1181735"/>
            <a:ext cx="641350" cy="20510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355090" y="1183005"/>
            <a:ext cx="643890" cy="19494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3" idx="2"/>
          </p:cNvCxnSpPr>
          <p:nvPr/>
        </p:nvCxnSpPr>
        <p:spPr>
          <a:xfrm>
            <a:off x="1355090" y="1178560"/>
            <a:ext cx="3175" cy="116268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337185" y="948690"/>
            <a:ext cx="1014730" cy="2311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350010" y="1181100"/>
            <a:ext cx="403860" cy="43116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835025" y="1174750"/>
            <a:ext cx="517525" cy="9652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8" name="对象 -2147482496"/>
          <p:cNvGraphicFramePr>
            <a:graphicFrameLocks noChangeAspect="1"/>
          </p:cNvGraphicFramePr>
          <p:nvPr/>
        </p:nvGraphicFramePr>
        <p:xfrm>
          <a:off x="1371600" y="1037590"/>
          <a:ext cx="37084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368300" imgH="190500" progId="DSEquations">
                  <p:embed/>
                </p:oleObj>
              </mc:Choice>
              <mc:Fallback>
                <p:oleObj name="" r:id="rId2" imgW="3683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0" y="1037590"/>
                        <a:ext cx="37084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2496"/>
          <p:cNvGraphicFramePr>
            <a:graphicFrameLocks noChangeAspect="1"/>
          </p:cNvGraphicFramePr>
          <p:nvPr/>
        </p:nvGraphicFramePr>
        <p:xfrm>
          <a:off x="1744980" y="1640205"/>
          <a:ext cx="19113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4" imgW="190500" imgH="190500" progId="DSEquations">
                  <p:embed/>
                </p:oleObj>
              </mc:Choice>
              <mc:Fallback>
                <p:oleObj name="" r:id="rId4" imgW="1905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4980" y="1640205"/>
                        <a:ext cx="19113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2496"/>
          <p:cNvGraphicFramePr>
            <a:graphicFrameLocks noChangeAspect="1"/>
          </p:cNvGraphicFramePr>
          <p:nvPr/>
        </p:nvGraphicFramePr>
        <p:xfrm>
          <a:off x="178435" y="763270"/>
          <a:ext cx="165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6" imgW="165100" imgH="190500" progId="DSEquations">
                  <p:embed/>
                </p:oleObj>
              </mc:Choice>
              <mc:Fallback>
                <p:oleObj name="" r:id="rId6" imgW="165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435" y="763270"/>
                        <a:ext cx="1651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496"/>
          <p:cNvGraphicFramePr>
            <a:graphicFrameLocks noChangeAspect="1"/>
          </p:cNvGraphicFramePr>
          <p:nvPr/>
        </p:nvGraphicFramePr>
        <p:xfrm>
          <a:off x="1964373" y="1383665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8" imgW="139700" imgH="165100" progId="DSEquations">
                  <p:embed/>
                </p:oleObj>
              </mc:Choice>
              <mc:Fallback>
                <p:oleObj name="" r:id="rId8" imgW="139700" imgH="1651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64373" y="1383665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>
            <a:off x="1357291" y="1188871"/>
            <a:ext cx="426720" cy="222885"/>
          </a:xfrm>
          <a:prstGeom prst="straightConnector1">
            <a:avLst/>
          </a:prstGeom>
          <a:ln w="12700" cap="rnd" cmpd="sng">
            <a:solidFill>
              <a:srgbClr val="F97C3D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9" name="对象 -2147482496"/>
          <p:cNvGraphicFramePr>
            <a:graphicFrameLocks noChangeAspect="1"/>
          </p:cNvGraphicFramePr>
          <p:nvPr/>
        </p:nvGraphicFramePr>
        <p:xfrm>
          <a:off x="1886292" y="1120973"/>
          <a:ext cx="4076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0" imgW="405765" imgH="190500" progId="DSEquations">
                  <p:embed/>
                </p:oleObj>
              </mc:Choice>
              <mc:Fallback>
                <p:oleObj name="" r:id="rId10" imgW="4057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6292" y="1120973"/>
                        <a:ext cx="4076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496"/>
          <p:cNvGraphicFramePr>
            <a:graphicFrameLocks noChangeAspect="1"/>
          </p:cNvGraphicFramePr>
          <p:nvPr/>
        </p:nvGraphicFramePr>
        <p:xfrm>
          <a:off x="363853" y="1520270"/>
          <a:ext cx="37147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2" imgW="368300" imgH="190500" progId="DSEquations">
                  <p:embed/>
                </p:oleObj>
              </mc:Choice>
              <mc:Fallback>
                <p:oleObj name="" r:id="rId12" imgW="3683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3853" y="1520270"/>
                        <a:ext cx="37147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2496"/>
          <p:cNvGraphicFramePr>
            <a:graphicFrameLocks noChangeAspect="1"/>
          </p:cNvGraphicFramePr>
          <p:nvPr/>
        </p:nvGraphicFramePr>
        <p:xfrm>
          <a:off x="1313686" y="2345938"/>
          <a:ext cx="381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4" imgW="381000" imgH="190500" progId="DSEquations">
                  <p:embed/>
                </p:oleObj>
              </mc:Choice>
              <mc:Fallback>
                <p:oleObj name="" r:id="rId14" imgW="3810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13686" y="2345938"/>
                        <a:ext cx="3810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>
            <a:off x="310811" y="1188871"/>
            <a:ext cx="1043940" cy="68580"/>
          </a:xfrm>
          <a:prstGeom prst="straightConnector1">
            <a:avLst/>
          </a:prstGeom>
          <a:ln w="12700" cap="rnd" cmpd="sng">
            <a:solidFill>
              <a:srgbClr val="FF7E3F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1" name="对象 -2147482496"/>
          <p:cNvGraphicFramePr>
            <a:graphicFrameLocks noChangeAspect="1"/>
          </p:cNvGraphicFramePr>
          <p:nvPr/>
        </p:nvGraphicFramePr>
        <p:xfrm>
          <a:off x="1759610" y="1423233"/>
          <a:ext cx="2051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6" imgW="203200" imgH="190500" progId="DSEquations">
                  <p:embed/>
                </p:oleObj>
              </mc:Choice>
              <mc:Fallback>
                <p:oleObj name="" r:id="rId16" imgW="2032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59610" y="1423233"/>
                        <a:ext cx="2051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/>
          <p:cNvCxnSpPr/>
          <p:nvPr/>
        </p:nvCxnSpPr>
        <p:spPr>
          <a:xfrm flipH="1">
            <a:off x="1212511" y="1188871"/>
            <a:ext cx="142240" cy="1080770"/>
          </a:xfrm>
          <a:prstGeom prst="straightConnector1">
            <a:avLst/>
          </a:prstGeom>
          <a:ln w="12700" cap="rnd" cmpd="sng">
            <a:solidFill>
              <a:srgbClr val="FF7E3F"/>
            </a:solidFill>
            <a:prstDash val="sysDot"/>
            <a:miter lim="800000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>
            <a:off x="1767205" y="1376680"/>
            <a:ext cx="227330" cy="43180"/>
          </a:xfrm>
          <a:custGeom>
            <a:avLst/>
            <a:gdLst>
              <a:gd name="connisteX0" fmla="*/ 227590 w 227590"/>
              <a:gd name="connsiteY0" fmla="*/ 0 h 42902"/>
              <a:gd name="connisteX1" fmla="*/ 18675 w 227590"/>
              <a:gd name="connsiteY1" fmla="*/ 39370 h 42902"/>
              <a:gd name="connisteX2" fmla="*/ 21215 w 227590"/>
              <a:gd name="connsiteY2" fmla="*/ 39370 h 429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27591" h="42902">
                <a:moveTo>
                  <a:pt x="227591" y="0"/>
                </a:moveTo>
                <a:cubicBezTo>
                  <a:pt x="185681" y="7620"/>
                  <a:pt x="59951" y="31750"/>
                  <a:pt x="18676" y="39370"/>
                </a:cubicBezTo>
                <a:cubicBezTo>
                  <a:pt x="-22599" y="46990"/>
                  <a:pt x="16771" y="40005"/>
                  <a:pt x="21216" y="3937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317500" y="1255395"/>
            <a:ext cx="401955" cy="134620"/>
          </a:xfrm>
          <a:custGeom>
            <a:avLst/>
            <a:gdLst>
              <a:gd name="connisteX0" fmla="*/ 401955 w 401955"/>
              <a:gd name="connsiteY0" fmla="*/ 134620 h 134620"/>
              <a:gd name="connisteX1" fmla="*/ 210820 w 401955"/>
              <a:gd name="connsiteY1" fmla="*/ 92710 h 134620"/>
              <a:gd name="connisteX2" fmla="*/ 73660 w 401955"/>
              <a:gd name="connsiteY2" fmla="*/ 36830 h 134620"/>
              <a:gd name="connisteX3" fmla="*/ 0 w 401955"/>
              <a:gd name="connsiteY3" fmla="*/ 0 h 1346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01955" h="134620">
                <a:moveTo>
                  <a:pt x="401955" y="134620"/>
                </a:moveTo>
                <a:cubicBezTo>
                  <a:pt x="366395" y="127635"/>
                  <a:pt x="276225" y="112395"/>
                  <a:pt x="210820" y="92710"/>
                </a:cubicBezTo>
                <a:cubicBezTo>
                  <a:pt x="145415" y="73025"/>
                  <a:pt x="115570" y="55245"/>
                  <a:pt x="73660" y="36830"/>
                </a:cubicBezTo>
                <a:cubicBezTo>
                  <a:pt x="31750" y="18415"/>
                  <a:pt x="12065" y="6350"/>
                  <a:pt x="0" y="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对象 -2147482496"/>
          <p:cNvGraphicFramePr>
            <a:graphicFrameLocks noChangeAspect="1"/>
          </p:cNvGraphicFramePr>
          <p:nvPr/>
        </p:nvGraphicFramePr>
        <p:xfrm>
          <a:off x="465773" y="1208405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8" imgW="139700" imgH="165100" progId="DSEquations">
                  <p:embed/>
                </p:oleObj>
              </mc:Choice>
              <mc:Fallback>
                <p:oleObj name="" r:id="rId18" imgW="139700" imgH="1651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5773" y="1208405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2496"/>
          <p:cNvGraphicFramePr>
            <a:graphicFrameLocks noChangeAspect="1"/>
          </p:cNvGraphicFramePr>
          <p:nvPr/>
        </p:nvGraphicFramePr>
        <p:xfrm>
          <a:off x="676275" y="2139950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20" imgW="177165" imgH="190500" progId="DSEquations">
                  <p:embed/>
                </p:oleObj>
              </mc:Choice>
              <mc:Fallback>
                <p:oleObj name="" r:id="rId20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6275" y="2139950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-2147482496"/>
          <p:cNvGraphicFramePr>
            <a:graphicFrameLocks noChangeAspect="1"/>
          </p:cNvGraphicFramePr>
          <p:nvPr/>
        </p:nvGraphicFramePr>
        <p:xfrm>
          <a:off x="911543" y="208597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22" imgW="127000" imgH="152400" progId="DSEquations">
                  <p:embed/>
                </p:oleObj>
              </mc:Choice>
              <mc:Fallback>
                <p:oleObj name="" r:id="rId22" imgW="1270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11543" y="2085975"/>
                        <a:ext cx="1270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-2147482496"/>
          <p:cNvGraphicFramePr>
            <a:graphicFrameLocks noChangeAspect="1"/>
          </p:cNvGraphicFramePr>
          <p:nvPr/>
        </p:nvGraphicFramePr>
        <p:xfrm>
          <a:off x="1211898" y="2343150"/>
          <a:ext cx="114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24" imgW="114300" imgH="139700" progId="DSEquations">
                  <p:embed/>
                </p:oleObj>
              </mc:Choice>
              <mc:Fallback>
                <p:oleObj name="" r:id="rId24" imgW="114300" imgH="1397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11898" y="2343150"/>
                        <a:ext cx="1143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-2147482496"/>
          <p:cNvGraphicFramePr>
            <a:graphicFrameLocks noChangeAspect="1"/>
          </p:cNvGraphicFramePr>
          <p:nvPr/>
        </p:nvGraphicFramePr>
        <p:xfrm>
          <a:off x="299403" y="104330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6" imgW="127000" imgH="152400" progId="DSEquations">
                  <p:embed/>
                </p:oleObj>
              </mc:Choice>
              <mc:Fallback>
                <p:oleObj name="" r:id="rId26" imgW="127000" imgH="1524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99403" y="1043305"/>
                        <a:ext cx="1270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任意多边形 59"/>
          <p:cNvSpPr/>
          <p:nvPr/>
        </p:nvSpPr>
        <p:spPr>
          <a:xfrm>
            <a:off x="837565" y="2136775"/>
            <a:ext cx="367665" cy="130175"/>
          </a:xfrm>
          <a:custGeom>
            <a:avLst/>
            <a:gdLst>
              <a:gd name="connisteX0" fmla="*/ 367665 w 367665"/>
              <a:gd name="connsiteY0" fmla="*/ 130175 h 130175"/>
              <a:gd name="connisteX1" fmla="*/ 237490 w 367665"/>
              <a:gd name="connsiteY1" fmla="*/ 105410 h 130175"/>
              <a:gd name="connisteX2" fmla="*/ 129540 w 367665"/>
              <a:gd name="connsiteY2" fmla="*/ 71120 h 130175"/>
              <a:gd name="connisteX3" fmla="*/ 46355 w 367665"/>
              <a:gd name="connsiteY3" fmla="*/ 27305 h 130175"/>
              <a:gd name="connisteX4" fmla="*/ 0 w 367665"/>
              <a:gd name="connsiteY4" fmla="*/ 0 h 1301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67665" h="130175">
                <a:moveTo>
                  <a:pt x="367665" y="130175"/>
                </a:moveTo>
                <a:cubicBezTo>
                  <a:pt x="343535" y="125730"/>
                  <a:pt x="285115" y="117475"/>
                  <a:pt x="237490" y="105410"/>
                </a:cubicBezTo>
                <a:cubicBezTo>
                  <a:pt x="189865" y="93345"/>
                  <a:pt x="167640" y="86995"/>
                  <a:pt x="129540" y="71120"/>
                </a:cubicBezTo>
                <a:cubicBezTo>
                  <a:pt x="91440" y="55245"/>
                  <a:pt x="72390" y="41275"/>
                  <a:pt x="46355" y="27305"/>
                </a:cubicBezTo>
                <a:cubicBezTo>
                  <a:pt x="20320" y="13335"/>
                  <a:pt x="7620" y="4445"/>
                  <a:pt x="0" y="0"/>
                </a:cubicBezTo>
              </a:path>
            </a:pathLst>
          </a:custGeom>
          <a:noFill/>
          <a:ln w="6350">
            <a:solidFill>
              <a:srgbClr val="FF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/>
        </p:nvSpPr>
        <p:spPr>
          <a:xfrm>
            <a:off x="310515" y="941070"/>
            <a:ext cx="21590" cy="311150"/>
          </a:xfrm>
          <a:custGeom>
            <a:avLst/>
            <a:gdLst>
              <a:gd name="connisteX0" fmla="*/ 2836 w 21886"/>
              <a:gd name="connsiteY0" fmla="*/ 311150 h 311150"/>
              <a:gd name="connisteX1" fmla="*/ 296 w 21886"/>
              <a:gd name="connsiteY1" fmla="*/ 198120 h 311150"/>
              <a:gd name="connisteX2" fmla="*/ 9821 w 21886"/>
              <a:gd name="connsiteY2" fmla="*/ 75565 h 311150"/>
              <a:gd name="connisteX3" fmla="*/ 21886 w 21886"/>
              <a:gd name="connsiteY3" fmla="*/ 0 h 311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1887" h="311150">
                <a:moveTo>
                  <a:pt x="2837" y="311150"/>
                </a:moveTo>
                <a:cubicBezTo>
                  <a:pt x="2202" y="290830"/>
                  <a:pt x="-973" y="245110"/>
                  <a:pt x="297" y="198120"/>
                </a:cubicBezTo>
                <a:cubicBezTo>
                  <a:pt x="1567" y="151130"/>
                  <a:pt x="5377" y="114935"/>
                  <a:pt x="9822" y="75565"/>
                </a:cubicBezTo>
                <a:cubicBezTo>
                  <a:pt x="14267" y="36195"/>
                  <a:pt x="19347" y="12700"/>
                  <a:pt x="21887" y="0"/>
                </a:cubicBezTo>
              </a:path>
            </a:pathLst>
          </a:custGeom>
          <a:noFill/>
          <a:ln w="6350">
            <a:solidFill>
              <a:srgbClr val="FF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对象 -2147482496"/>
          <p:cNvGraphicFramePr>
            <a:graphicFrameLocks noChangeAspect="1"/>
          </p:cNvGraphicFramePr>
          <p:nvPr/>
        </p:nvGraphicFramePr>
        <p:xfrm>
          <a:off x="1669098" y="1409065"/>
          <a:ext cx="114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28" imgW="114300" imgH="139700" progId="DSEquations">
                  <p:embed/>
                </p:oleObj>
              </mc:Choice>
              <mc:Fallback>
                <p:oleObj name="" r:id="rId28" imgW="114300" imgH="1397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669098" y="1409065"/>
                        <a:ext cx="1143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任意多边形 63"/>
          <p:cNvSpPr/>
          <p:nvPr/>
        </p:nvSpPr>
        <p:spPr>
          <a:xfrm>
            <a:off x="1761490" y="1414145"/>
            <a:ext cx="22225" cy="203835"/>
          </a:xfrm>
          <a:custGeom>
            <a:avLst/>
            <a:gdLst>
              <a:gd name="connisteX0" fmla="*/ 22225 w 22225"/>
              <a:gd name="connsiteY0" fmla="*/ 0 h 203840"/>
              <a:gd name="connisteX1" fmla="*/ 12065 w 22225"/>
              <a:gd name="connsiteY1" fmla="*/ 100330 h 203840"/>
              <a:gd name="connisteX2" fmla="*/ 2540 w 22225"/>
              <a:gd name="connsiteY2" fmla="*/ 196215 h 203840"/>
              <a:gd name="connisteX3" fmla="*/ 0 w 22225"/>
              <a:gd name="connsiteY3" fmla="*/ 191135 h 2038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2225" h="203840">
                <a:moveTo>
                  <a:pt x="22225" y="0"/>
                </a:moveTo>
                <a:cubicBezTo>
                  <a:pt x="20320" y="18415"/>
                  <a:pt x="15875" y="60960"/>
                  <a:pt x="12065" y="100330"/>
                </a:cubicBezTo>
                <a:cubicBezTo>
                  <a:pt x="8255" y="139700"/>
                  <a:pt x="5080" y="177800"/>
                  <a:pt x="2540" y="196215"/>
                </a:cubicBezTo>
                <a:cubicBezTo>
                  <a:pt x="0" y="214630"/>
                  <a:pt x="0" y="194310"/>
                  <a:pt x="0" y="191135"/>
                </a:cubicBezTo>
              </a:path>
            </a:pathLst>
          </a:custGeom>
          <a:noFill/>
          <a:ln w="6350">
            <a:solidFill>
              <a:srgbClr val="00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>
            <a:off x="1207135" y="2272030"/>
            <a:ext cx="147320" cy="67310"/>
          </a:xfrm>
          <a:custGeom>
            <a:avLst/>
            <a:gdLst>
              <a:gd name="connisteX0" fmla="*/ 147320 w 147320"/>
              <a:gd name="connsiteY0" fmla="*/ 66040 h 67004"/>
              <a:gd name="connisteX1" fmla="*/ 88265 w 147320"/>
              <a:gd name="connsiteY1" fmla="*/ 58420 h 67004"/>
              <a:gd name="connisteX2" fmla="*/ 0 w 147320"/>
              <a:gd name="connsiteY2" fmla="*/ 0 h 6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47320" h="67005">
                <a:moveTo>
                  <a:pt x="147320" y="66040"/>
                </a:moveTo>
                <a:cubicBezTo>
                  <a:pt x="137160" y="65405"/>
                  <a:pt x="117475" y="71755"/>
                  <a:pt x="88265" y="58420"/>
                </a:cubicBezTo>
                <a:cubicBezTo>
                  <a:pt x="59055" y="45085"/>
                  <a:pt x="16510" y="11430"/>
                  <a:pt x="0" y="0"/>
                </a:cubicBezTo>
              </a:path>
            </a:pathLst>
          </a:custGeom>
          <a:noFill/>
          <a:ln w="6350">
            <a:solidFill>
              <a:srgbClr val="0000FF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对象 -2147482496"/>
          <p:cNvGraphicFramePr>
            <a:graphicFrameLocks noChangeAspect="1"/>
          </p:cNvGraphicFramePr>
          <p:nvPr/>
        </p:nvGraphicFramePr>
        <p:xfrm>
          <a:off x="134327" y="1209238"/>
          <a:ext cx="1790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0" imgW="177165" imgH="190500" progId="DSEquations">
                  <p:embed/>
                </p:oleObj>
              </mc:Choice>
              <mc:Fallback>
                <p:oleObj name="" r:id="rId30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34327" y="1209238"/>
                        <a:ext cx="1790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496"/>
          <p:cNvGraphicFramePr>
            <a:graphicFrameLocks noChangeAspect="1"/>
          </p:cNvGraphicFramePr>
          <p:nvPr/>
        </p:nvGraphicFramePr>
        <p:xfrm>
          <a:off x="1049680" y="2267148"/>
          <a:ext cx="17843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2" imgW="177165" imgH="190500" progId="DSEquations">
                  <p:embed/>
                </p:oleObj>
              </mc:Choice>
              <mc:Fallback>
                <p:oleObj name="" r:id="rId32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49680" y="2267148"/>
                        <a:ext cx="17843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266700" y="267970"/>
            <a:ext cx="1556385" cy="202184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206375" y="763270"/>
            <a:ext cx="2225040" cy="68389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 rot="16200000">
            <a:off x="196215" y="744855"/>
            <a:ext cx="2324100" cy="868045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 rot="16200000">
            <a:off x="224155" y="169545"/>
            <a:ext cx="2188845" cy="2019300"/>
          </a:xfrm>
          <a:prstGeom prst="ellipse">
            <a:avLst/>
          </a:prstGeom>
          <a:ln w="317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16915" y="1181735"/>
            <a:ext cx="641350" cy="20510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355090" y="1183005"/>
            <a:ext cx="643890" cy="19494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3" idx="2"/>
          </p:cNvCxnSpPr>
          <p:nvPr/>
        </p:nvCxnSpPr>
        <p:spPr>
          <a:xfrm>
            <a:off x="1355090" y="1178560"/>
            <a:ext cx="3175" cy="1162685"/>
          </a:xfrm>
          <a:prstGeom prst="straightConnector1">
            <a:avLst/>
          </a:prstGeom>
          <a:ln w="12700">
            <a:solidFill>
              <a:srgbClr val="007E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337185" y="948690"/>
            <a:ext cx="1014730" cy="2311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350010" y="1181100"/>
            <a:ext cx="403860" cy="43116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835025" y="1174750"/>
            <a:ext cx="517525" cy="9652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8" name="对象 -2147482496"/>
          <p:cNvGraphicFramePr>
            <a:graphicFrameLocks noChangeAspect="1"/>
          </p:cNvGraphicFramePr>
          <p:nvPr/>
        </p:nvGraphicFramePr>
        <p:xfrm>
          <a:off x="1181100" y="969010"/>
          <a:ext cx="56388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558800" imgH="190500" progId="DSEquations">
                  <p:embed/>
                </p:oleObj>
              </mc:Choice>
              <mc:Fallback>
                <p:oleObj name="" r:id="rId2" imgW="5588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1100" y="969010"/>
                        <a:ext cx="56388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2496"/>
          <p:cNvGraphicFramePr>
            <a:graphicFrameLocks noChangeAspect="1"/>
          </p:cNvGraphicFramePr>
          <p:nvPr/>
        </p:nvGraphicFramePr>
        <p:xfrm>
          <a:off x="1744980" y="1640205"/>
          <a:ext cx="19113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4" imgW="190500" imgH="190500" progId="DSEquations">
                  <p:embed/>
                </p:oleObj>
              </mc:Choice>
              <mc:Fallback>
                <p:oleObj name="" r:id="rId4" imgW="1905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4980" y="1640205"/>
                        <a:ext cx="19113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2496"/>
          <p:cNvGraphicFramePr>
            <a:graphicFrameLocks noChangeAspect="1"/>
          </p:cNvGraphicFramePr>
          <p:nvPr/>
        </p:nvGraphicFramePr>
        <p:xfrm>
          <a:off x="178435" y="763270"/>
          <a:ext cx="165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6" imgW="165100" imgH="190500" progId="DSEquations">
                  <p:embed/>
                </p:oleObj>
              </mc:Choice>
              <mc:Fallback>
                <p:oleObj name="" r:id="rId6" imgW="165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435" y="763270"/>
                        <a:ext cx="1651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496"/>
          <p:cNvGraphicFramePr>
            <a:graphicFrameLocks noChangeAspect="1"/>
          </p:cNvGraphicFramePr>
          <p:nvPr/>
        </p:nvGraphicFramePr>
        <p:xfrm>
          <a:off x="1945640" y="1370965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8" imgW="177165" imgH="190500" progId="DSEquations">
                  <p:embed/>
                </p:oleObj>
              </mc:Choice>
              <mc:Fallback>
                <p:oleObj name="" r:id="rId8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45640" y="1370965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>
            <a:off x="1357291" y="1188871"/>
            <a:ext cx="426720" cy="222885"/>
          </a:xfrm>
          <a:prstGeom prst="straightConnector1">
            <a:avLst/>
          </a:prstGeom>
          <a:ln w="12700" cap="rnd" cmpd="sng">
            <a:solidFill>
              <a:srgbClr val="F97C3D"/>
            </a:solidFill>
            <a:prstDash val="solid"/>
            <a:miter lim="800000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9" name="对象 -2147482496"/>
          <p:cNvGraphicFramePr>
            <a:graphicFrameLocks noChangeAspect="1"/>
          </p:cNvGraphicFramePr>
          <p:nvPr/>
        </p:nvGraphicFramePr>
        <p:xfrm>
          <a:off x="1987892" y="1120973"/>
          <a:ext cx="20447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0" imgW="203200" imgH="190500" progId="DSEquations">
                  <p:embed/>
                </p:oleObj>
              </mc:Choice>
              <mc:Fallback>
                <p:oleObj name="" r:id="rId10" imgW="2032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87892" y="1120973"/>
                        <a:ext cx="20447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496"/>
          <p:cNvGraphicFramePr>
            <a:graphicFrameLocks noChangeAspect="1"/>
          </p:cNvGraphicFramePr>
          <p:nvPr/>
        </p:nvGraphicFramePr>
        <p:xfrm>
          <a:off x="466088" y="1520270"/>
          <a:ext cx="1670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2" imgW="165100" imgH="190500" progId="DSEquations">
                  <p:embed/>
                </p:oleObj>
              </mc:Choice>
              <mc:Fallback>
                <p:oleObj name="" r:id="rId12" imgW="165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6088" y="1520270"/>
                        <a:ext cx="1670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2496"/>
          <p:cNvGraphicFramePr>
            <a:graphicFrameLocks noChangeAspect="1"/>
          </p:cNvGraphicFramePr>
          <p:nvPr/>
        </p:nvGraphicFramePr>
        <p:xfrm>
          <a:off x="1195576" y="2341493"/>
          <a:ext cx="368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4" imgW="368300" imgH="190500" progId="DSEquations">
                  <p:embed/>
                </p:oleObj>
              </mc:Choice>
              <mc:Fallback>
                <p:oleObj name="" r:id="rId14" imgW="3683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95576" y="2341493"/>
                        <a:ext cx="3683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>
            <a:off x="310811" y="1188871"/>
            <a:ext cx="1043940" cy="68580"/>
          </a:xfrm>
          <a:prstGeom prst="straightConnector1">
            <a:avLst/>
          </a:prstGeom>
          <a:ln w="12700" cap="rnd" cmpd="sng">
            <a:solidFill>
              <a:srgbClr val="FF7E3F"/>
            </a:solidFill>
            <a:prstDash val="solid"/>
            <a:miter lim="800000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1" name="对象 -2147482496"/>
          <p:cNvGraphicFramePr>
            <a:graphicFrameLocks noChangeAspect="1"/>
          </p:cNvGraphicFramePr>
          <p:nvPr/>
        </p:nvGraphicFramePr>
        <p:xfrm>
          <a:off x="1759610" y="1423233"/>
          <a:ext cx="2051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6" imgW="203200" imgH="190500" progId="DSEquations">
                  <p:embed/>
                </p:oleObj>
              </mc:Choice>
              <mc:Fallback>
                <p:oleObj name="" r:id="rId16" imgW="2032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59610" y="1423233"/>
                        <a:ext cx="2051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任意多边形 29"/>
          <p:cNvSpPr/>
          <p:nvPr/>
        </p:nvSpPr>
        <p:spPr>
          <a:xfrm>
            <a:off x="1767205" y="1376680"/>
            <a:ext cx="227330" cy="43180"/>
          </a:xfrm>
          <a:custGeom>
            <a:avLst/>
            <a:gdLst>
              <a:gd name="connisteX0" fmla="*/ 227590 w 227590"/>
              <a:gd name="connsiteY0" fmla="*/ 0 h 42902"/>
              <a:gd name="connisteX1" fmla="*/ 18675 w 227590"/>
              <a:gd name="connsiteY1" fmla="*/ 39370 h 42902"/>
              <a:gd name="connisteX2" fmla="*/ 21215 w 227590"/>
              <a:gd name="connsiteY2" fmla="*/ 39370 h 429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27591" h="42902">
                <a:moveTo>
                  <a:pt x="227591" y="0"/>
                </a:moveTo>
                <a:cubicBezTo>
                  <a:pt x="185681" y="7620"/>
                  <a:pt x="59951" y="31750"/>
                  <a:pt x="18676" y="39370"/>
                </a:cubicBezTo>
                <a:cubicBezTo>
                  <a:pt x="-22599" y="46990"/>
                  <a:pt x="16771" y="40005"/>
                  <a:pt x="21216" y="3937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317500" y="1255395"/>
            <a:ext cx="401955" cy="134620"/>
          </a:xfrm>
          <a:custGeom>
            <a:avLst/>
            <a:gdLst>
              <a:gd name="connisteX0" fmla="*/ 401955 w 401955"/>
              <a:gd name="connsiteY0" fmla="*/ 134620 h 134620"/>
              <a:gd name="connisteX1" fmla="*/ 210820 w 401955"/>
              <a:gd name="connsiteY1" fmla="*/ 92710 h 134620"/>
              <a:gd name="connisteX2" fmla="*/ 73660 w 401955"/>
              <a:gd name="connsiteY2" fmla="*/ 36830 h 134620"/>
              <a:gd name="connisteX3" fmla="*/ 0 w 401955"/>
              <a:gd name="connsiteY3" fmla="*/ 0 h 1346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01955" h="134620">
                <a:moveTo>
                  <a:pt x="401955" y="134620"/>
                </a:moveTo>
                <a:cubicBezTo>
                  <a:pt x="366395" y="127635"/>
                  <a:pt x="276225" y="112395"/>
                  <a:pt x="210820" y="92710"/>
                </a:cubicBezTo>
                <a:cubicBezTo>
                  <a:pt x="145415" y="73025"/>
                  <a:pt x="115570" y="55245"/>
                  <a:pt x="73660" y="36830"/>
                </a:cubicBezTo>
                <a:cubicBezTo>
                  <a:pt x="31750" y="18415"/>
                  <a:pt x="12065" y="6350"/>
                  <a:pt x="0" y="0"/>
                </a:cubicBezTo>
              </a:path>
            </a:pathLst>
          </a:custGeom>
          <a:noFill/>
          <a:ln w="6350">
            <a:solidFill>
              <a:srgbClr val="00FF00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对象 -2147482496"/>
          <p:cNvGraphicFramePr>
            <a:graphicFrameLocks noChangeAspect="1"/>
          </p:cNvGraphicFramePr>
          <p:nvPr/>
        </p:nvGraphicFramePr>
        <p:xfrm>
          <a:off x="373381" y="1066800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8" imgW="177165" imgH="190500" progId="DSEquations">
                  <p:embed/>
                </p:oleObj>
              </mc:Choice>
              <mc:Fallback>
                <p:oleObj name="" r:id="rId18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73381" y="1066800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2496"/>
          <p:cNvGraphicFramePr>
            <a:graphicFrameLocks noChangeAspect="1"/>
          </p:cNvGraphicFramePr>
          <p:nvPr/>
        </p:nvGraphicFramePr>
        <p:xfrm>
          <a:off x="676275" y="2139950"/>
          <a:ext cx="17716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20" imgW="177165" imgH="190500" progId="DSEquations">
                  <p:embed/>
                </p:oleObj>
              </mc:Choice>
              <mc:Fallback>
                <p:oleObj name="" r:id="rId20" imgW="177165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6275" y="2139950"/>
                        <a:ext cx="17716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96"/>
          <p:cNvGraphicFramePr>
            <a:graphicFrameLocks noChangeAspect="1"/>
          </p:cNvGraphicFramePr>
          <p:nvPr/>
        </p:nvGraphicFramePr>
        <p:xfrm>
          <a:off x="140359" y="1209238"/>
          <a:ext cx="16700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2" imgW="165100" imgH="190500" progId="DSEquations">
                  <p:embed/>
                </p:oleObj>
              </mc:Choice>
              <mc:Fallback>
                <p:oleObj name="" r:id="rId22" imgW="165100" imgH="1905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0359" y="1209238"/>
                        <a:ext cx="167005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61</vt:i4>
      </vt:variant>
      <vt:variant>
        <vt:lpstr>幻灯片标题</vt:lpstr>
      </vt:variant>
      <vt:variant>
        <vt:i4>5</vt:i4>
      </vt:variant>
    </vt:vector>
  </HeadingPairs>
  <TitlesOfParts>
    <vt:vector size="7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單 小 呆</cp:lastModifiedBy>
  <cp:revision>166</cp:revision>
  <dcterms:created xsi:type="dcterms:W3CDTF">2019-06-19T02:08:00Z</dcterms:created>
  <dcterms:modified xsi:type="dcterms:W3CDTF">2025-03-01T07:57:24Z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DE3C35BA84594B12B8ED97131463E4EA_13</vt:lpwstr>
  </property>
</Properties>
</file>