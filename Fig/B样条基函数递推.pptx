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599815" cy="201549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5" userDrawn="1">
          <p15:clr>
            <a:srgbClr val="A4A3A4"/>
          </p15:clr>
        </p15:guide>
        <p15:guide id="2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635"/>
        <p:guide pos="11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54049" y="268932"/>
            <a:ext cx="2894060" cy="75597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76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54049" y="1047139"/>
            <a:ext cx="2894060" cy="43304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710" spc="200"/>
            </a:lvl1pPr>
            <a:lvl2pPr marL="133985" indent="0" algn="ctr">
              <a:buNone/>
              <a:defRPr sz="590"/>
            </a:lvl2pPr>
            <a:lvl3pPr marL="269240" indent="0" algn="ctr">
              <a:buNone/>
              <a:defRPr sz="525"/>
            </a:lvl3pPr>
            <a:lvl4pPr marL="403225" indent="0" algn="ctr">
              <a:buNone/>
              <a:defRPr sz="470"/>
            </a:lvl4pPr>
            <a:lvl5pPr marL="537845" indent="0" algn="ctr">
              <a:buNone/>
              <a:defRPr sz="470"/>
            </a:lvl5pPr>
            <a:lvl6pPr marL="672465" indent="0" algn="ctr">
              <a:buNone/>
              <a:defRPr sz="470"/>
            </a:lvl6pPr>
            <a:lvl7pPr marL="807085" indent="0" algn="ctr">
              <a:buNone/>
              <a:defRPr sz="470"/>
            </a:lvl7pPr>
            <a:lvl8pPr marL="941070" indent="0" algn="ctr">
              <a:buNone/>
              <a:defRPr sz="470"/>
            </a:lvl8pPr>
            <a:lvl9pPr marL="1076325" indent="0" algn="ctr">
              <a:buNone/>
              <a:defRPr sz="47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9683" y="178935"/>
            <a:ext cx="3239603" cy="20752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79683" y="438337"/>
            <a:ext cx="3239603" cy="139971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7956" y="1131842"/>
            <a:ext cx="2294409" cy="22552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2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87956" y="1357364"/>
            <a:ext cx="2294409" cy="25516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5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33985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2pPr>
            <a:lvl3pPr marL="269240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3pPr>
            <a:lvl4pPr marL="403225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4pPr>
            <a:lvl5pPr marL="537845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5pPr>
            <a:lvl6pPr marL="672465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6pPr>
            <a:lvl7pPr marL="807085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7pPr>
            <a:lvl8pPr marL="941070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8pPr>
            <a:lvl9pPr marL="1076325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9683" y="178935"/>
            <a:ext cx="3239603" cy="20752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179683" y="441514"/>
            <a:ext cx="1528897" cy="139653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893578" y="441514"/>
            <a:ext cx="1528897" cy="139653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9683" y="178935"/>
            <a:ext cx="3239603" cy="20752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79683" y="420338"/>
            <a:ext cx="1577805" cy="11223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9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3985" indent="0">
              <a:buNone/>
              <a:defRPr sz="590" b="1"/>
            </a:lvl2pPr>
            <a:lvl3pPr marL="269240" indent="0">
              <a:buNone/>
              <a:defRPr sz="525" b="1"/>
            </a:lvl3pPr>
            <a:lvl4pPr marL="403225" indent="0">
              <a:buNone/>
              <a:defRPr sz="470" b="1"/>
            </a:lvl4pPr>
            <a:lvl5pPr marL="537845" indent="0">
              <a:buNone/>
              <a:defRPr sz="470" b="1"/>
            </a:lvl5pPr>
            <a:lvl6pPr marL="672465" indent="0">
              <a:buNone/>
              <a:defRPr sz="470" b="1"/>
            </a:lvl6pPr>
            <a:lvl7pPr marL="807085" indent="0">
              <a:buNone/>
              <a:defRPr sz="470" b="1"/>
            </a:lvl7pPr>
            <a:lvl8pPr marL="941070" indent="0">
              <a:buNone/>
              <a:defRPr sz="470" b="1"/>
            </a:lvl8pPr>
            <a:lvl9pPr marL="1076325" indent="0">
              <a:buNone/>
              <a:defRPr sz="4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79683" y="545275"/>
            <a:ext cx="1577805" cy="129277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841644" y="418141"/>
            <a:ext cx="1577805" cy="11223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59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33985" indent="0">
              <a:buNone/>
              <a:defRPr sz="590" b="1"/>
            </a:lvl2pPr>
            <a:lvl3pPr marL="269240" indent="0">
              <a:buNone/>
              <a:defRPr sz="525" b="1"/>
            </a:lvl3pPr>
            <a:lvl4pPr marL="403225" indent="0">
              <a:buNone/>
              <a:defRPr sz="470" b="1"/>
            </a:lvl4pPr>
            <a:lvl5pPr marL="537845" indent="0">
              <a:buNone/>
              <a:defRPr sz="470" b="1"/>
            </a:lvl5pPr>
            <a:lvl6pPr marL="672465" indent="0">
              <a:buNone/>
              <a:defRPr sz="470" b="1"/>
            </a:lvl6pPr>
            <a:lvl7pPr marL="807085" indent="0">
              <a:buNone/>
              <a:defRPr sz="470" b="1"/>
            </a:lvl7pPr>
            <a:lvl8pPr marL="941070" indent="0">
              <a:buNone/>
              <a:defRPr sz="470" b="1"/>
            </a:lvl8pPr>
            <a:lvl9pPr marL="1076325" indent="0">
              <a:buNone/>
              <a:defRPr sz="47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841644" y="545275"/>
            <a:ext cx="1577805" cy="129277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9683" y="178935"/>
            <a:ext cx="3239603" cy="20752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683" y="457396"/>
            <a:ext cx="1545518" cy="135524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7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875504" y="457396"/>
            <a:ext cx="1543782" cy="135524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47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3022708" y="268932"/>
            <a:ext cx="308331" cy="147912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82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270056" y="268932"/>
            <a:ext cx="2707998" cy="1479124"/>
          </a:xfrm>
        </p:spPr>
        <p:txBody>
          <a:bodyPr vert="eaVert" lIns="46800" tIns="46800" rIns="46800" bIns="46800"/>
          <a:lstStyle>
            <a:lvl1pPr marL="66675" indent="-66675">
              <a:spcAft>
                <a:spcPts val="1000"/>
              </a:spcAft>
              <a:defRPr spc="300"/>
            </a:lvl1pPr>
            <a:lvl2pPr marL="201295" indent="-66675">
              <a:defRPr spc="300"/>
            </a:lvl2pPr>
            <a:lvl3pPr marL="335915" indent="-66675">
              <a:defRPr spc="300"/>
            </a:lvl3pPr>
            <a:lvl4pPr marL="471170" indent="-66675">
              <a:defRPr spc="300"/>
            </a:lvl4pPr>
            <a:lvl5pPr marL="604520" indent="-6667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79683" y="227639"/>
            <a:ext cx="3240667" cy="16125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54049" y="730562"/>
            <a:ext cx="2894060" cy="29963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76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354049" y="1047139"/>
            <a:ext cx="2894060" cy="13870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71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179683" y="178935"/>
            <a:ext cx="3239603" cy="20752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179683" y="438337"/>
            <a:ext cx="3239603" cy="139971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180746" y="1857111"/>
            <a:ext cx="797408" cy="93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1215604" y="1857111"/>
            <a:ext cx="1169532" cy="93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2621878" y="1857111"/>
            <a:ext cx="797408" cy="93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69240" rtl="0" eaLnBrk="1" fontAlgn="auto" latinLnBrk="0" hangingPunct="1">
        <a:lnSpc>
          <a:spcPct val="100000"/>
        </a:lnSpc>
        <a:spcBef>
          <a:spcPct val="0"/>
        </a:spcBef>
        <a:buNone/>
        <a:defRPr sz="105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66675" indent="-66675" algn="l" defTabSz="26924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5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01295" indent="-66675" algn="l" defTabSz="26924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473075" algn="l"/>
          <a:tab pos="473075" algn="l"/>
          <a:tab pos="473075" algn="l"/>
          <a:tab pos="473075" algn="l"/>
        </a:tabLst>
        <a:defRPr sz="4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335915" indent="-66675" algn="l" defTabSz="26924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4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471170" indent="-66675" algn="l" defTabSz="26924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4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604520" indent="-66675" algn="l" defTabSz="26924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4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739140" indent="-66675" algn="l" defTabSz="269240" rtl="0" eaLnBrk="1" latinLnBrk="0" hangingPunct="1">
        <a:lnSpc>
          <a:spcPct val="90000"/>
        </a:lnSpc>
        <a:spcBef>
          <a:spcPts val="145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6pPr>
      <a:lvl7pPr marL="874395" indent="-66675" algn="l" defTabSz="269240" rtl="0" eaLnBrk="1" latinLnBrk="0" hangingPunct="1">
        <a:lnSpc>
          <a:spcPct val="90000"/>
        </a:lnSpc>
        <a:spcBef>
          <a:spcPts val="145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7pPr>
      <a:lvl8pPr marL="1008380" indent="-66675" algn="l" defTabSz="269240" rtl="0" eaLnBrk="1" latinLnBrk="0" hangingPunct="1">
        <a:lnSpc>
          <a:spcPct val="90000"/>
        </a:lnSpc>
        <a:spcBef>
          <a:spcPts val="145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8pPr>
      <a:lvl9pPr marL="1143635" indent="-66675" algn="l" defTabSz="269240" rtl="0" eaLnBrk="1" latinLnBrk="0" hangingPunct="1">
        <a:lnSpc>
          <a:spcPct val="90000"/>
        </a:lnSpc>
        <a:spcBef>
          <a:spcPts val="145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1pPr>
      <a:lvl2pPr marL="133985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2pPr>
      <a:lvl3pPr marL="269240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03225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4pPr>
      <a:lvl5pPr marL="537845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5pPr>
      <a:lvl6pPr marL="672465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6pPr>
      <a:lvl7pPr marL="807085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7pPr>
      <a:lvl8pPr marL="941070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8pPr>
      <a:lvl9pPr marL="1076325" algn="l" defTabSz="269240" rtl="0" eaLnBrk="1" latinLnBrk="0" hangingPunct="1">
        <a:defRPr sz="5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oleObject" Target="../embeddings/oleObject6.bin"/><Relationship Id="rId7" Type="http://schemas.openxmlformats.org/officeDocument/2006/relationships/oleObject" Target="../embeddings/oleObject5.bin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63.xml"/><Relationship Id="rId10" Type="http://schemas.openxmlformats.org/officeDocument/2006/relationships/oleObject" Target="../embeddings/oleObject8.bin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32144" y="406541"/>
            <a:ext cx="2400685" cy="1320223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40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50816" y="915498"/>
          <a:ext cx="98112" cy="183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01600" imgH="190500" progId="Equation.KSEE3">
                  <p:embed/>
                </p:oleObj>
              </mc:Choice>
              <mc:Fallback>
                <p:oleObj name="" r:id="rId1" imgW="101600" imgH="1905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0816" y="915498"/>
                        <a:ext cx="98112" cy="1839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-2147482608"/>
          <p:cNvGraphicFramePr>
            <a:graphicFrameLocks noChangeAspect="1"/>
          </p:cNvGraphicFramePr>
          <p:nvPr/>
        </p:nvGraphicFramePr>
        <p:xfrm>
          <a:off x="346584" y="254467"/>
          <a:ext cx="355657" cy="19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" name="" r:id="rId3" imgW="368300" imgH="203200" progId="DSEquations">
                  <p:embed/>
                </p:oleObj>
              </mc:Choice>
              <mc:Fallback>
                <p:oleObj name="" r:id="rId3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4" y="254467"/>
                        <a:ext cx="355657" cy="19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-2147482608"/>
          <p:cNvGraphicFramePr>
            <a:graphicFrameLocks noChangeAspect="1"/>
          </p:cNvGraphicFramePr>
          <p:nvPr/>
        </p:nvGraphicFramePr>
        <p:xfrm>
          <a:off x="346584" y="540219"/>
          <a:ext cx="355657" cy="19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368300" imgH="203200" progId="DSEquations">
                  <p:embed/>
                </p:oleObj>
              </mc:Choice>
              <mc:Fallback>
                <p:oleObj name="" r:id="rId5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4" y="540219"/>
                        <a:ext cx="355657" cy="19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-2147482608"/>
          <p:cNvGraphicFramePr>
            <a:graphicFrameLocks noChangeAspect="1"/>
          </p:cNvGraphicFramePr>
          <p:nvPr/>
        </p:nvGraphicFramePr>
        <p:xfrm>
          <a:off x="346584" y="859084"/>
          <a:ext cx="355657" cy="19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6" imgW="368300" imgH="203200" progId="DSEquations">
                  <p:embed/>
                </p:oleObj>
              </mc:Choice>
              <mc:Fallback>
                <p:oleObj name="" r:id="rId6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4" y="859084"/>
                        <a:ext cx="355657" cy="19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608"/>
          <p:cNvGraphicFramePr>
            <a:graphicFrameLocks noChangeAspect="1"/>
          </p:cNvGraphicFramePr>
          <p:nvPr/>
        </p:nvGraphicFramePr>
        <p:xfrm>
          <a:off x="346584" y="1177949"/>
          <a:ext cx="355657" cy="19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368300" imgH="203200" progId="DSEquations">
                  <p:embed/>
                </p:oleObj>
              </mc:Choice>
              <mc:Fallback>
                <p:oleObj name="" r:id="rId7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4" y="1177949"/>
                        <a:ext cx="355657" cy="19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-2147482608"/>
          <p:cNvGraphicFramePr>
            <a:graphicFrameLocks noChangeAspect="1"/>
          </p:cNvGraphicFramePr>
          <p:nvPr/>
        </p:nvGraphicFramePr>
        <p:xfrm>
          <a:off x="346584" y="1530540"/>
          <a:ext cx="355657" cy="19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8" imgW="368300" imgH="203200" progId="DSEquations">
                  <p:embed/>
                </p:oleObj>
              </mc:Choice>
              <mc:Fallback>
                <p:oleObj name="" r:id="rId8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584" y="1530540"/>
                        <a:ext cx="355657" cy="19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-2147482608"/>
          <p:cNvGraphicFramePr>
            <a:graphicFrameLocks noChangeAspect="1"/>
          </p:cNvGraphicFramePr>
          <p:nvPr/>
        </p:nvGraphicFramePr>
        <p:xfrm>
          <a:off x="725509" y="223813"/>
          <a:ext cx="355639" cy="196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9" imgW="368300" imgH="203200" progId="DSEquations">
                  <p:embed/>
                </p:oleObj>
              </mc:Choice>
              <mc:Fallback>
                <p:oleObj name="" r:id="rId9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509" y="223813"/>
                        <a:ext cx="355639" cy="19621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-2147482608"/>
          <p:cNvGraphicFramePr>
            <a:graphicFrameLocks noChangeAspect="1"/>
          </p:cNvGraphicFramePr>
          <p:nvPr/>
        </p:nvGraphicFramePr>
        <p:xfrm>
          <a:off x="751840" y="516890"/>
          <a:ext cx="368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0" imgW="368300" imgH="203200" progId="DSEquations">
                  <p:embed/>
                </p:oleObj>
              </mc:Choice>
              <mc:Fallback>
                <p:oleObj name="" r:id="rId10" imgW="368300" imgH="203200" progId="DSEquations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840" y="516890"/>
                        <a:ext cx="368300" cy="20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Equation.KSEE3</vt:lpstr>
      <vt:lpstr>DSEquations</vt:lpstr>
      <vt:lpstr>DSEquations</vt:lpstr>
      <vt:lpstr>DSEquations</vt:lpstr>
      <vt:lpstr>DSEquations</vt:lpstr>
      <vt:lpstr>DSEquations</vt:lpstr>
      <vt:lpstr>DSEquations</vt:lpstr>
      <vt:lpstr>DSEquations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單 小 呆</cp:lastModifiedBy>
  <cp:revision>159</cp:revision>
  <dcterms:created xsi:type="dcterms:W3CDTF">2019-06-19T02:08:00Z</dcterms:created>
  <dcterms:modified xsi:type="dcterms:W3CDTF">2025-03-13T14:48:36Z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D55F52B1E52E4B5481635251BF7E2595_11</vt:lpwstr>
  </property>
</Properties>
</file>