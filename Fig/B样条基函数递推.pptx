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3599815" cy="201549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" userDrawn="1">
          <p15:clr>
            <a:srgbClr val="A4A3A4"/>
          </p15:clr>
        </p15:guide>
        <p15:guide id="2" pos="11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672"/>
        <p:guide pos="111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9" Type="http://schemas.openxmlformats.org/officeDocument/2006/relationships/image" Target="../media/image9.wmf"/><Relationship Id="rId8" Type="http://schemas.openxmlformats.org/officeDocument/2006/relationships/image" Target="../media/image8.wmf"/><Relationship Id="rId7" Type="http://schemas.openxmlformats.org/officeDocument/2006/relationships/image" Target="../media/image7.wmf"/><Relationship Id="rId6" Type="http://schemas.openxmlformats.org/officeDocument/2006/relationships/image" Target="../media/image6.wmf"/><Relationship Id="rId5" Type="http://schemas.openxmlformats.org/officeDocument/2006/relationships/image" Target="../media/image5.wmf"/><Relationship Id="rId4" Type="http://schemas.openxmlformats.org/officeDocument/2006/relationships/image" Target="../media/image4.wmf"/><Relationship Id="rId3" Type="http://schemas.openxmlformats.org/officeDocument/2006/relationships/image" Target="../media/image3.wmf"/><Relationship Id="rId29" Type="http://schemas.openxmlformats.org/officeDocument/2006/relationships/image" Target="../media/image29.wmf"/><Relationship Id="rId28" Type="http://schemas.openxmlformats.org/officeDocument/2006/relationships/image" Target="../media/image28.wmf"/><Relationship Id="rId27" Type="http://schemas.openxmlformats.org/officeDocument/2006/relationships/image" Target="../media/image27.wmf"/><Relationship Id="rId26" Type="http://schemas.openxmlformats.org/officeDocument/2006/relationships/image" Target="../media/image26.wmf"/><Relationship Id="rId25" Type="http://schemas.openxmlformats.org/officeDocument/2006/relationships/image" Target="../media/image25.wmf"/><Relationship Id="rId24" Type="http://schemas.openxmlformats.org/officeDocument/2006/relationships/image" Target="../media/image24.wmf"/><Relationship Id="rId23" Type="http://schemas.openxmlformats.org/officeDocument/2006/relationships/image" Target="../media/image23.wmf"/><Relationship Id="rId22" Type="http://schemas.openxmlformats.org/officeDocument/2006/relationships/image" Target="../media/image22.wmf"/><Relationship Id="rId21" Type="http://schemas.openxmlformats.org/officeDocument/2006/relationships/image" Target="../media/image21.wmf"/><Relationship Id="rId20" Type="http://schemas.openxmlformats.org/officeDocument/2006/relationships/image" Target="../media/image20.wmf"/><Relationship Id="rId2" Type="http://schemas.openxmlformats.org/officeDocument/2006/relationships/image" Target="../media/image2.wmf"/><Relationship Id="rId19" Type="http://schemas.openxmlformats.org/officeDocument/2006/relationships/image" Target="../media/image19.wmf"/><Relationship Id="rId18" Type="http://schemas.openxmlformats.org/officeDocument/2006/relationships/image" Target="../media/image18.wmf"/><Relationship Id="rId17" Type="http://schemas.openxmlformats.org/officeDocument/2006/relationships/image" Target="../media/image17.wmf"/><Relationship Id="rId16" Type="http://schemas.openxmlformats.org/officeDocument/2006/relationships/image" Target="../media/image16.wmf"/><Relationship Id="rId15" Type="http://schemas.openxmlformats.org/officeDocument/2006/relationships/image" Target="../media/image15.wmf"/><Relationship Id="rId14" Type="http://schemas.openxmlformats.org/officeDocument/2006/relationships/image" Target="../media/image14.wmf"/><Relationship Id="rId13" Type="http://schemas.openxmlformats.org/officeDocument/2006/relationships/image" Target="../media/image13.wmf"/><Relationship Id="rId12" Type="http://schemas.openxmlformats.org/officeDocument/2006/relationships/image" Target="../media/image12.wmf"/><Relationship Id="rId11" Type="http://schemas.openxmlformats.org/officeDocument/2006/relationships/image" Target="../media/image11.wmf"/><Relationship Id="rId10" Type="http://schemas.openxmlformats.org/officeDocument/2006/relationships/image" Target="../media/image10.wmf"/><Relationship Id="rId1" Type="http://schemas.openxmlformats.org/officeDocument/2006/relationships/image" Target="../media/image1.wmf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354049" y="268932"/>
            <a:ext cx="2894060" cy="755973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1765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354049" y="1047139"/>
            <a:ext cx="2894060" cy="433043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710" spc="200"/>
            </a:lvl1pPr>
            <a:lvl2pPr marL="133985" indent="0" algn="ctr">
              <a:buNone/>
              <a:defRPr sz="590"/>
            </a:lvl2pPr>
            <a:lvl3pPr marL="269240" indent="0" algn="ctr">
              <a:buNone/>
              <a:defRPr sz="525"/>
            </a:lvl3pPr>
            <a:lvl4pPr marL="403225" indent="0" algn="ctr">
              <a:buNone/>
              <a:defRPr sz="470"/>
            </a:lvl4pPr>
            <a:lvl5pPr marL="537845" indent="0" algn="ctr">
              <a:buNone/>
              <a:defRPr sz="470"/>
            </a:lvl5pPr>
            <a:lvl6pPr marL="672465" indent="0" algn="ctr">
              <a:buNone/>
              <a:defRPr sz="470"/>
            </a:lvl6pPr>
            <a:lvl7pPr marL="807085" indent="0" algn="ctr">
              <a:buNone/>
              <a:defRPr sz="470"/>
            </a:lvl7pPr>
            <a:lvl8pPr marL="941070" indent="0" algn="ctr">
              <a:buNone/>
              <a:defRPr sz="470"/>
            </a:lvl8pPr>
            <a:lvl9pPr marL="1076325" indent="0" algn="ctr">
              <a:buNone/>
              <a:defRPr sz="47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79683" y="178935"/>
            <a:ext cx="3239603" cy="207522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79683" y="438337"/>
            <a:ext cx="3239603" cy="1399715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7956" y="1131842"/>
            <a:ext cx="2294409" cy="225521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1295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587956" y="1357364"/>
            <a:ext cx="2294409" cy="255167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52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133985" indent="0">
              <a:buNone/>
              <a:defRPr sz="470">
                <a:solidFill>
                  <a:schemeClr val="tx1">
                    <a:tint val="75000"/>
                  </a:schemeClr>
                </a:solidFill>
              </a:defRPr>
            </a:lvl2pPr>
            <a:lvl3pPr marL="269240" indent="0">
              <a:buNone/>
              <a:defRPr sz="470">
                <a:solidFill>
                  <a:schemeClr val="tx1">
                    <a:tint val="75000"/>
                  </a:schemeClr>
                </a:solidFill>
              </a:defRPr>
            </a:lvl3pPr>
            <a:lvl4pPr marL="403225" indent="0">
              <a:buNone/>
              <a:defRPr sz="470">
                <a:solidFill>
                  <a:schemeClr val="tx1">
                    <a:tint val="75000"/>
                  </a:schemeClr>
                </a:solidFill>
              </a:defRPr>
            </a:lvl4pPr>
            <a:lvl5pPr marL="537845" indent="0">
              <a:buNone/>
              <a:defRPr sz="470">
                <a:solidFill>
                  <a:schemeClr val="tx1">
                    <a:tint val="75000"/>
                  </a:schemeClr>
                </a:solidFill>
              </a:defRPr>
            </a:lvl5pPr>
            <a:lvl6pPr marL="672465" indent="0">
              <a:buNone/>
              <a:defRPr sz="470">
                <a:solidFill>
                  <a:schemeClr val="tx1">
                    <a:tint val="75000"/>
                  </a:schemeClr>
                </a:solidFill>
              </a:defRPr>
            </a:lvl6pPr>
            <a:lvl7pPr marL="807085" indent="0">
              <a:buNone/>
              <a:defRPr sz="470">
                <a:solidFill>
                  <a:schemeClr val="tx1">
                    <a:tint val="75000"/>
                  </a:schemeClr>
                </a:solidFill>
              </a:defRPr>
            </a:lvl7pPr>
            <a:lvl8pPr marL="941070" indent="0">
              <a:buNone/>
              <a:defRPr sz="470">
                <a:solidFill>
                  <a:schemeClr val="tx1">
                    <a:tint val="75000"/>
                  </a:schemeClr>
                </a:solidFill>
              </a:defRPr>
            </a:lvl8pPr>
            <a:lvl9pPr marL="1076325" indent="0">
              <a:buNone/>
              <a:defRPr sz="4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79683" y="178935"/>
            <a:ext cx="3239603" cy="207522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179683" y="441514"/>
            <a:ext cx="1528897" cy="1396539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1893578" y="441514"/>
            <a:ext cx="1528897" cy="1396539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79683" y="178935"/>
            <a:ext cx="3239603" cy="207522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79683" y="420338"/>
            <a:ext cx="1577805" cy="112231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59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133985" indent="0">
              <a:buNone/>
              <a:defRPr sz="590" b="1"/>
            </a:lvl2pPr>
            <a:lvl3pPr marL="269240" indent="0">
              <a:buNone/>
              <a:defRPr sz="525" b="1"/>
            </a:lvl3pPr>
            <a:lvl4pPr marL="403225" indent="0">
              <a:buNone/>
              <a:defRPr sz="470" b="1"/>
            </a:lvl4pPr>
            <a:lvl5pPr marL="537845" indent="0">
              <a:buNone/>
              <a:defRPr sz="470" b="1"/>
            </a:lvl5pPr>
            <a:lvl6pPr marL="672465" indent="0">
              <a:buNone/>
              <a:defRPr sz="470" b="1"/>
            </a:lvl6pPr>
            <a:lvl7pPr marL="807085" indent="0">
              <a:buNone/>
              <a:defRPr sz="470" b="1"/>
            </a:lvl7pPr>
            <a:lvl8pPr marL="941070" indent="0">
              <a:buNone/>
              <a:defRPr sz="470" b="1"/>
            </a:lvl8pPr>
            <a:lvl9pPr marL="1076325" indent="0">
              <a:buNone/>
              <a:defRPr sz="47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179683" y="545275"/>
            <a:ext cx="1577805" cy="1292778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1841644" y="418141"/>
            <a:ext cx="1577805" cy="112231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59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133985" indent="0">
              <a:buNone/>
              <a:defRPr sz="590" b="1"/>
            </a:lvl2pPr>
            <a:lvl3pPr marL="269240" indent="0">
              <a:buNone/>
              <a:defRPr sz="525" b="1"/>
            </a:lvl3pPr>
            <a:lvl4pPr marL="403225" indent="0">
              <a:buNone/>
              <a:defRPr sz="470" b="1"/>
            </a:lvl4pPr>
            <a:lvl5pPr marL="537845" indent="0">
              <a:buNone/>
              <a:defRPr sz="470" b="1"/>
            </a:lvl5pPr>
            <a:lvl6pPr marL="672465" indent="0">
              <a:buNone/>
              <a:defRPr sz="470" b="1"/>
            </a:lvl6pPr>
            <a:lvl7pPr marL="807085" indent="0">
              <a:buNone/>
              <a:defRPr sz="470" b="1"/>
            </a:lvl7pPr>
            <a:lvl8pPr marL="941070" indent="0">
              <a:buNone/>
              <a:defRPr sz="470" b="1"/>
            </a:lvl8pPr>
            <a:lvl9pPr marL="1076325" indent="0">
              <a:buNone/>
              <a:defRPr sz="47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1841644" y="545275"/>
            <a:ext cx="1577805" cy="1292778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79683" y="178935"/>
            <a:ext cx="3239603" cy="207522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179683" y="457396"/>
            <a:ext cx="1545518" cy="1355246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47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1875504" y="457396"/>
            <a:ext cx="1543782" cy="1355246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47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3022708" y="268932"/>
            <a:ext cx="308331" cy="1479124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82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270056" y="268932"/>
            <a:ext cx="2707998" cy="1479124"/>
          </a:xfrm>
        </p:spPr>
        <p:txBody>
          <a:bodyPr vert="eaVert" lIns="46800" tIns="46800" rIns="46800" bIns="46800"/>
          <a:lstStyle>
            <a:lvl1pPr marL="66675" indent="-66675">
              <a:spcAft>
                <a:spcPts val="1000"/>
              </a:spcAft>
              <a:defRPr spc="300"/>
            </a:lvl1pPr>
            <a:lvl2pPr marL="201295" indent="-66675">
              <a:defRPr spc="300"/>
            </a:lvl2pPr>
            <a:lvl3pPr marL="335915" indent="-66675">
              <a:defRPr spc="300"/>
            </a:lvl3pPr>
            <a:lvl4pPr marL="471170" indent="-66675">
              <a:defRPr spc="300"/>
            </a:lvl4pPr>
            <a:lvl5pPr marL="604520" indent="-66675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179683" y="227639"/>
            <a:ext cx="3240667" cy="161253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354049" y="730562"/>
            <a:ext cx="2894060" cy="299636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176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354049" y="1047139"/>
            <a:ext cx="2894060" cy="138701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71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179683" y="178935"/>
            <a:ext cx="3239603" cy="207522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179683" y="438337"/>
            <a:ext cx="3239603" cy="139971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180746" y="1857111"/>
            <a:ext cx="797408" cy="931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9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1215604" y="1857111"/>
            <a:ext cx="1169532" cy="931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9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2621878" y="1857111"/>
            <a:ext cx="797408" cy="931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9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69240" rtl="0" eaLnBrk="1" fontAlgn="auto" latinLnBrk="0" hangingPunct="1">
        <a:lnSpc>
          <a:spcPct val="100000"/>
        </a:lnSpc>
        <a:spcBef>
          <a:spcPct val="0"/>
        </a:spcBef>
        <a:buNone/>
        <a:defRPr sz="1055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66675" indent="-66675" algn="l" defTabSz="269240" rtl="0" eaLnBrk="1" fontAlgn="auto" latinLnBrk="0" hangingPunct="1">
        <a:lnSpc>
          <a:spcPct val="130000"/>
        </a:lnSpc>
        <a:spcBef>
          <a:spcPct val="0"/>
        </a:spcBef>
        <a:spcAft>
          <a:spcPts val="1000"/>
        </a:spcAft>
        <a:buFont typeface="Arial" panose="020B0604020202020204" pitchFamily="34" charset="0"/>
        <a:buChar char="●"/>
        <a:defRPr sz="5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201295" indent="-66675" algn="l" defTabSz="269240" rtl="0" eaLnBrk="1" fontAlgn="auto" latinLnBrk="0" hangingPunct="1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tabLst>
          <a:tab pos="473075" algn="l"/>
          <a:tab pos="473075" algn="l"/>
          <a:tab pos="473075" algn="l"/>
          <a:tab pos="473075" algn="l"/>
        </a:tabLst>
        <a:defRPr sz="47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335915" indent="-66675" algn="l" defTabSz="269240" rtl="0" eaLnBrk="1" fontAlgn="auto" latinLnBrk="0" hangingPunct="1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defRPr sz="47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471170" indent="-66675" algn="l" defTabSz="269240" rtl="0" eaLnBrk="1" fontAlgn="auto" latinLnBrk="0" hangingPunct="1">
        <a:lnSpc>
          <a:spcPct val="120000"/>
        </a:lnSpc>
        <a:spcBef>
          <a:spcPct val="0"/>
        </a:spcBef>
        <a:spcAft>
          <a:spcPts val="300"/>
        </a:spcAft>
        <a:buFont typeface="Wingdings" panose="05000000000000000000" charset="0"/>
        <a:buChar char=""/>
        <a:defRPr sz="40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604520" indent="-66675" algn="l" defTabSz="269240" rtl="0" eaLnBrk="1" fontAlgn="auto" latinLnBrk="0" hangingPunct="1">
        <a:lnSpc>
          <a:spcPct val="120000"/>
        </a:lnSpc>
        <a:spcBef>
          <a:spcPct val="0"/>
        </a:spcBef>
        <a:spcAft>
          <a:spcPts val="300"/>
        </a:spcAft>
        <a:buFont typeface="Arial" panose="020B0604020202020204" pitchFamily="34" charset="0"/>
        <a:buChar char="•"/>
        <a:defRPr sz="40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739140" indent="-66675" algn="l" defTabSz="269240" rtl="0" eaLnBrk="1" latinLnBrk="0" hangingPunct="1">
        <a:lnSpc>
          <a:spcPct val="90000"/>
        </a:lnSpc>
        <a:spcBef>
          <a:spcPts val="145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6pPr>
      <a:lvl7pPr marL="874395" indent="-66675" algn="l" defTabSz="269240" rtl="0" eaLnBrk="1" latinLnBrk="0" hangingPunct="1">
        <a:lnSpc>
          <a:spcPct val="90000"/>
        </a:lnSpc>
        <a:spcBef>
          <a:spcPts val="145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7pPr>
      <a:lvl8pPr marL="1008380" indent="-66675" algn="l" defTabSz="269240" rtl="0" eaLnBrk="1" latinLnBrk="0" hangingPunct="1">
        <a:lnSpc>
          <a:spcPct val="90000"/>
        </a:lnSpc>
        <a:spcBef>
          <a:spcPts val="145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8pPr>
      <a:lvl9pPr marL="1143635" indent="-66675" algn="l" defTabSz="269240" rtl="0" eaLnBrk="1" latinLnBrk="0" hangingPunct="1">
        <a:lnSpc>
          <a:spcPct val="90000"/>
        </a:lnSpc>
        <a:spcBef>
          <a:spcPts val="145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6924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1pPr>
      <a:lvl2pPr marL="133985" algn="l" defTabSz="26924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2pPr>
      <a:lvl3pPr marL="269240" algn="l" defTabSz="26924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03225" algn="l" defTabSz="26924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4pPr>
      <a:lvl5pPr marL="537845" algn="l" defTabSz="26924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5pPr>
      <a:lvl6pPr marL="672465" algn="l" defTabSz="26924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6pPr>
      <a:lvl7pPr marL="807085" algn="l" defTabSz="26924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7pPr>
      <a:lvl8pPr marL="941070" algn="l" defTabSz="26924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8pPr>
      <a:lvl9pPr marL="1076325" algn="l" defTabSz="269240" rtl="0" eaLnBrk="1" latinLnBrk="0" hangingPunct="1">
        <a:defRPr sz="5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5.bin"/><Relationship Id="rId8" Type="http://schemas.openxmlformats.org/officeDocument/2006/relationships/image" Target="../media/image4.wmf"/><Relationship Id="rId7" Type="http://schemas.openxmlformats.org/officeDocument/2006/relationships/oleObject" Target="../embeddings/oleObject4.bin"/><Relationship Id="rId69" Type="http://schemas.openxmlformats.org/officeDocument/2006/relationships/vmlDrawing" Target="../drawings/vmlDrawing1.vml"/><Relationship Id="rId68" Type="http://schemas.openxmlformats.org/officeDocument/2006/relationships/slideLayout" Target="../slideLayouts/slideLayout1.xml"/><Relationship Id="rId67" Type="http://schemas.openxmlformats.org/officeDocument/2006/relationships/tags" Target="../tags/tag65.xml"/><Relationship Id="rId66" Type="http://schemas.openxmlformats.org/officeDocument/2006/relationships/oleObject" Target="../embeddings/oleObject35.bin"/><Relationship Id="rId65" Type="http://schemas.openxmlformats.org/officeDocument/2006/relationships/oleObject" Target="../embeddings/oleObject34.bin"/><Relationship Id="rId64" Type="http://schemas.openxmlformats.org/officeDocument/2006/relationships/oleObject" Target="../embeddings/oleObject33.bin"/><Relationship Id="rId63" Type="http://schemas.openxmlformats.org/officeDocument/2006/relationships/oleObject" Target="../embeddings/oleObject32.bin"/><Relationship Id="rId62" Type="http://schemas.openxmlformats.org/officeDocument/2006/relationships/oleObject" Target="../embeddings/oleObject31.bin"/><Relationship Id="rId61" Type="http://schemas.openxmlformats.org/officeDocument/2006/relationships/oleObject" Target="../embeddings/oleObject30.bin"/><Relationship Id="rId60" Type="http://schemas.openxmlformats.org/officeDocument/2006/relationships/image" Target="../media/image29.wmf"/><Relationship Id="rId6" Type="http://schemas.openxmlformats.org/officeDocument/2006/relationships/image" Target="../media/image3.wmf"/><Relationship Id="rId59" Type="http://schemas.openxmlformats.org/officeDocument/2006/relationships/oleObject" Target="../embeddings/oleObject29.bin"/><Relationship Id="rId58" Type="http://schemas.openxmlformats.org/officeDocument/2006/relationships/image" Target="../media/image28.wmf"/><Relationship Id="rId57" Type="http://schemas.openxmlformats.org/officeDocument/2006/relationships/oleObject" Target="../embeddings/oleObject28.bin"/><Relationship Id="rId56" Type="http://schemas.openxmlformats.org/officeDocument/2006/relationships/image" Target="../media/image27.wmf"/><Relationship Id="rId55" Type="http://schemas.openxmlformats.org/officeDocument/2006/relationships/oleObject" Target="../embeddings/oleObject27.bin"/><Relationship Id="rId54" Type="http://schemas.openxmlformats.org/officeDocument/2006/relationships/image" Target="../media/image26.wmf"/><Relationship Id="rId53" Type="http://schemas.openxmlformats.org/officeDocument/2006/relationships/oleObject" Target="../embeddings/oleObject26.bin"/><Relationship Id="rId52" Type="http://schemas.openxmlformats.org/officeDocument/2006/relationships/image" Target="../media/image25.wmf"/><Relationship Id="rId51" Type="http://schemas.openxmlformats.org/officeDocument/2006/relationships/oleObject" Target="../embeddings/oleObject25.bin"/><Relationship Id="rId50" Type="http://schemas.openxmlformats.org/officeDocument/2006/relationships/image" Target="../media/image24.wmf"/><Relationship Id="rId5" Type="http://schemas.openxmlformats.org/officeDocument/2006/relationships/oleObject" Target="../embeddings/oleObject3.bin"/><Relationship Id="rId49" Type="http://schemas.openxmlformats.org/officeDocument/2006/relationships/oleObject" Target="../embeddings/oleObject24.bin"/><Relationship Id="rId48" Type="http://schemas.openxmlformats.org/officeDocument/2006/relationships/tags" Target="../tags/tag64.xml"/><Relationship Id="rId47" Type="http://schemas.openxmlformats.org/officeDocument/2006/relationships/image" Target="../media/image23.wmf"/><Relationship Id="rId46" Type="http://schemas.openxmlformats.org/officeDocument/2006/relationships/oleObject" Target="../embeddings/oleObject23.bin"/><Relationship Id="rId45" Type="http://schemas.openxmlformats.org/officeDocument/2006/relationships/tags" Target="../tags/tag63.xml"/><Relationship Id="rId44" Type="http://schemas.openxmlformats.org/officeDocument/2006/relationships/image" Target="../media/image22.wmf"/><Relationship Id="rId43" Type="http://schemas.openxmlformats.org/officeDocument/2006/relationships/oleObject" Target="../embeddings/oleObject22.bin"/><Relationship Id="rId42" Type="http://schemas.openxmlformats.org/officeDocument/2006/relationships/image" Target="../media/image21.wmf"/><Relationship Id="rId41" Type="http://schemas.openxmlformats.org/officeDocument/2006/relationships/oleObject" Target="../embeddings/oleObject21.bin"/><Relationship Id="rId40" Type="http://schemas.openxmlformats.org/officeDocument/2006/relationships/image" Target="../media/image20.wmf"/><Relationship Id="rId4" Type="http://schemas.openxmlformats.org/officeDocument/2006/relationships/image" Target="../media/image2.wmf"/><Relationship Id="rId39" Type="http://schemas.openxmlformats.org/officeDocument/2006/relationships/oleObject" Target="../embeddings/oleObject20.bin"/><Relationship Id="rId38" Type="http://schemas.openxmlformats.org/officeDocument/2006/relationships/image" Target="../media/image19.wmf"/><Relationship Id="rId37" Type="http://schemas.openxmlformats.org/officeDocument/2006/relationships/oleObject" Target="../embeddings/oleObject19.bin"/><Relationship Id="rId36" Type="http://schemas.openxmlformats.org/officeDocument/2006/relationships/image" Target="../media/image18.wmf"/><Relationship Id="rId35" Type="http://schemas.openxmlformats.org/officeDocument/2006/relationships/oleObject" Target="../embeddings/oleObject18.bin"/><Relationship Id="rId34" Type="http://schemas.openxmlformats.org/officeDocument/2006/relationships/image" Target="../media/image17.wmf"/><Relationship Id="rId33" Type="http://schemas.openxmlformats.org/officeDocument/2006/relationships/oleObject" Target="../embeddings/oleObject17.bin"/><Relationship Id="rId32" Type="http://schemas.openxmlformats.org/officeDocument/2006/relationships/image" Target="../media/image16.wmf"/><Relationship Id="rId31" Type="http://schemas.openxmlformats.org/officeDocument/2006/relationships/oleObject" Target="../embeddings/oleObject16.bin"/><Relationship Id="rId30" Type="http://schemas.openxmlformats.org/officeDocument/2006/relationships/image" Target="../media/image15.wmf"/><Relationship Id="rId3" Type="http://schemas.openxmlformats.org/officeDocument/2006/relationships/oleObject" Target="../embeddings/oleObject2.bin"/><Relationship Id="rId29" Type="http://schemas.openxmlformats.org/officeDocument/2006/relationships/oleObject" Target="../embeddings/oleObject15.bin"/><Relationship Id="rId28" Type="http://schemas.openxmlformats.org/officeDocument/2006/relationships/image" Target="../media/image14.wmf"/><Relationship Id="rId27" Type="http://schemas.openxmlformats.org/officeDocument/2006/relationships/oleObject" Target="../embeddings/oleObject14.bin"/><Relationship Id="rId26" Type="http://schemas.openxmlformats.org/officeDocument/2006/relationships/image" Target="../media/image13.wmf"/><Relationship Id="rId25" Type="http://schemas.openxmlformats.org/officeDocument/2006/relationships/oleObject" Target="../embeddings/oleObject13.bin"/><Relationship Id="rId24" Type="http://schemas.openxmlformats.org/officeDocument/2006/relationships/image" Target="../media/image12.wmf"/><Relationship Id="rId23" Type="http://schemas.openxmlformats.org/officeDocument/2006/relationships/oleObject" Target="../embeddings/oleObject12.bin"/><Relationship Id="rId22" Type="http://schemas.openxmlformats.org/officeDocument/2006/relationships/image" Target="../media/image11.wmf"/><Relationship Id="rId21" Type="http://schemas.openxmlformats.org/officeDocument/2006/relationships/oleObject" Target="../embeddings/oleObject11.bin"/><Relationship Id="rId20" Type="http://schemas.openxmlformats.org/officeDocument/2006/relationships/image" Target="../media/image10.wmf"/><Relationship Id="rId2" Type="http://schemas.openxmlformats.org/officeDocument/2006/relationships/image" Target="../media/image1.wmf"/><Relationship Id="rId19" Type="http://schemas.openxmlformats.org/officeDocument/2006/relationships/oleObject" Target="../embeddings/oleObject10.bin"/><Relationship Id="rId18" Type="http://schemas.openxmlformats.org/officeDocument/2006/relationships/image" Target="../media/image9.wmf"/><Relationship Id="rId17" Type="http://schemas.openxmlformats.org/officeDocument/2006/relationships/oleObject" Target="../embeddings/oleObject9.bin"/><Relationship Id="rId16" Type="http://schemas.openxmlformats.org/officeDocument/2006/relationships/image" Target="../media/image8.wmf"/><Relationship Id="rId15" Type="http://schemas.openxmlformats.org/officeDocument/2006/relationships/oleObject" Target="../embeddings/oleObject8.bin"/><Relationship Id="rId14" Type="http://schemas.openxmlformats.org/officeDocument/2006/relationships/image" Target="../media/image7.wmf"/><Relationship Id="rId13" Type="http://schemas.openxmlformats.org/officeDocument/2006/relationships/oleObject" Target="../embeddings/oleObject7.bin"/><Relationship Id="rId12" Type="http://schemas.openxmlformats.org/officeDocument/2006/relationships/image" Target="../media/image6.wmf"/><Relationship Id="rId11" Type="http://schemas.openxmlformats.org/officeDocument/2006/relationships/oleObject" Target="../embeddings/oleObject6.bin"/><Relationship Id="rId10" Type="http://schemas.openxmlformats.org/officeDocument/2006/relationships/image" Target="../media/image5.wmf"/><Relationship Id="rId1" Type="http://schemas.openxmlformats.org/officeDocument/2006/relationships/oleObject" Target="../embeddings/oleObject1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矩形 129"/>
          <p:cNvSpPr/>
          <p:nvPr/>
        </p:nvSpPr>
        <p:spPr>
          <a:xfrm>
            <a:off x="1163320" y="54610"/>
            <a:ext cx="26035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1" name="矩形 130"/>
          <p:cNvSpPr/>
          <p:nvPr/>
        </p:nvSpPr>
        <p:spPr>
          <a:xfrm>
            <a:off x="1590675" y="54610"/>
            <a:ext cx="26035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2" name="矩形 131"/>
          <p:cNvSpPr/>
          <p:nvPr/>
        </p:nvSpPr>
        <p:spPr>
          <a:xfrm>
            <a:off x="2054225" y="54610"/>
            <a:ext cx="26035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3" name="矩形 132"/>
          <p:cNvSpPr/>
          <p:nvPr/>
        </p:nvSpPr>
        <p:spPr>
          <a:xfrm>
            <a:off x="2565400" y="54610"/>
            <a:ext cx="26035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4" name="矩形 133"/>
          <p:cNvSpPr/>
          <p:nvPr/>
        </p:nvSpPr>
        <p:spPr>
          <a:xfrm>
            <a:off x="3019425" y="54610"/>
            <a:ext cx="26035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7" name="矩形 126"/>
          <p:cNvSpPr/>
          <p:nvPr/>
        </p:nvSpPr>
        <p:spPr>
          <a:xfrm>
            <a:off x="38735" y="1616075"/>
            <a:ext cx="36830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8" name="矩形 127"/>
          <p:cNvSpPr/>
          <p:nvPr/>
        </p:nvSpPr>
        <p:spPr>
          <a:xfrm>
            <a:off x="38735" y="1335405"/>
            <a:ext cx="36830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9" name="矩形 128"/>
          <p:cNvSpPr/>
          <p:nvPr/>
        </p:nvSpPr>
        <p:spPr>
          <a:xfrm>
            <a:off x="38735" y="1056005"/>
            <a:ext cx="36830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6" name="矩形 125"/>
          <p:cNvSpPr/>
          <p:nvPr/>
        </p:nvSpPr>
        <p:spPr>
          <a:xfrm>
            <a:off x="38735" y="778510"/>
            <a:ext cx="36830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5" name="矩形 124"/>
          <p:cNvSpPr/>
          <p:nvPr/>
        </p:nvSpPr>
        <p:spPr>
          <a:xfrm>
            <a:off x="38735" y="501015"/>
            <a:ext cx="36830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4" name="矩形 123"/>
          <p:cNvSpPr/>
          <p:nvPr/>
        </p:nvSpPr>
        <p:spPr>
          <a:xfrm>
            <a:off x="38735" y="217805"/>
            <a:ext cx="36830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3" name="矩形 122"/>
          <p:cNvSpPr/>
          <p:nvPr/>
        </p:nvSpPr>
        <p:spPr>
          <a:xfrm>
            <a:off x="724535" y="54610"/>
            <a:ext cx="260350" cy="1714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97" name="对象 -2147482608"/>
          <p:cNvGraphicFramePr>
            <a:graphicFrameLocks noChangeAspect="1"/>
          </p:cNvGraphicFramePr>
          <p:nvPr/>
        </p:nvGraphicFramePr>
        <p:xfrm>
          <a:off x="727930" y="217959"/>
          <a:ext cx="2216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8" name="" r:id="rId1" imgW="228600" imgH="203200" progId="DSEquations">
                  <p:embed/>
                </p:oleObj>
              </mc:Choice>
              <mc:Fallback>
                <p:oleObj name="" r:id="rId1" imgW="2286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727930" y="217959"/>
                        <a:ext cx="2216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-2147482608"/>
          <p:cNvGraphicFramePr>
            <a:graphicFrameLocks noChangeAspect="1"/>
          </p:cNvGraphicFramePr>
          <p:nvPr/>
        </p:nvGraphicFramePr>
        <p:xfrm>
          <a:off x="62589" y="217780"/>
          <a:ext cx="344170" cy="184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" r:id="rId3" imgW="355600" imgH="190500" progId="DSEquations">
                  <p:embed/>
                </p:oleObj>
              </mc:Choice>
              <mc:Fallback>
                <p:oleObj name="" r:id="rId3" imgW="355600" imgH="1905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2589" y="217780"/>
                        <a:ext cx="344170" cy="1841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右箭头 4"/>
          <p:cNvSpPr/>
          <p:nvPr/>
        </p:nvSpPr>
        <p:spPr>
          <a:xfrm>
            <a:off x="419735" y="272415"/>
            <a:ext cx="241935" cy="75565"/>
          </a:xfrm>
          <a:prstGeom prst="rightArrow">
            <a:avLst/>
          </a:prstGeom>
          <a:solidFill>
            <a:schemeClr val="tx1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675640" y="20638"/>
            <a:ext cx="467360" cy="245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p>
            <a:r>
              <a:rPr lang="en-US" altLang="zh-CN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1</a:t>
            </a:r>
            <a:r>
              <a:rPr lang="zh-CN" altLang="en-US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阶</a:t>
            </a:r>
            <a:endParaRPr lang="zh-CN" altLang="en-US" sz="1000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graphicFrame>
        <p:nvGraphicFramePr>
          <p:cNvPr id="22" name="对象 -2147482608"/>
          <p:cNvGraphicFramePr>
            <a:graphicFrameLocks noChangeAspect="1"/>
          </p:cNvGraphicFramePr>
          <p:nvPr/>
        </p:nvGraphicFramePr>
        <p:xfrm>
          <a:off x="733963" y="495455"/>
          <a:ext cx="209550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" name="" r:id="rId5" imgW="215900" imgH="203200" progId="DSEquations">
                  <p:embed/>
                </p:oleObj>
              </mc:Choice>
              <mc:Fallback>
                <p:oleObj name="" r:id="rId5" imgW="2159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33963" y="495455"/>
                        <a:ext cx="209550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对象 -2147482608"/>
          <p:cNvGraphicFramePr>
            <a:graphicFrameLocks noChangeAspect="1"/>
          </p:cNvGraphicFramePr>
          <p:nvPr/>
        </p:nvGraphicFramePr>
        <p:xfrm>
          <a:off x="62589" y="495275"/>
          <a:ext cx="344170" cy="184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" name="" r:id="rId7" imgW="355600" imgH="190500" progId="DSEquations">
                  <p:embed/>
                </p:oleObj>
              </mc:Choice>
              <mc:Fallback>
                <p:oleObj name="" r:id="rId7" imgW="355600" imgH="1905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2589" y="495275"/>
                        <a:ext cx="344170" cy="1841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右箭头 25"/>
          <p:cNvSpPr/>
          <p:nvPr/>
        </p:nvSpPr>
        <p:spPr>
          <a:xfrm>
            <a:off x="419735" y="549910"/>
            <a:ext cx="241935" cy="75565"/>
          </a:xfrm>
          <a:prstGeom prst="rightArrow">
            <a:avLst/>
          </a:prstGeom>
          <a:solidFill>
            <a:schemeClr val="tx1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9" name="直接连接符 28"/>
          <p:cNvCxnSpPr>
            <a:stCxn id="31" idx="1"/>
            <a:endCxn id="97" idx="3"/>
          </p:cNvCxnSpPr>
          <p:nvPr/>
        </p:nvCxnSpPr>
        <p:spPr>
          <a:xfrm flipH="1" flipV="1">
            <a:off x="949325" y="316230"/>
            <a:ext cx="231775" cy="15367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>
            <a:stCxn id="31" idx="1"/>
            <a:endCxn id="22" idx="3"/>
          </p:cNvCxnSpPr>
          <p:nvPr/>
        </p:nvCxnSpPr>
        <p:spPr>
          <a:xfrm flipH="1">
            <a:off x="943610" y="469900"/>
            <a:ext cx="237490" cy="12382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31" name="对象 -2147482608"/>
          <p:cNvGraphicFramePr>
            <a:graphicFrameLocks noChangeAspect="1"/>
          </p:cNvGraphicFramePr>
          <p:nvPr/>
        </p:nvGraphicFramePr>
        <p:xfrm>
          <a:off x="1181003" y="371629"/>
          <a:ext cx="246380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" name="" r:id="rId9" imgW="254000" imgH="203200" progId="DSEquations">
                  <p:embed/>
                </p:oleObj>
              </mc:Choice>
              <mc:Fallback>
                <p:oleObj name="" r:id="rId9" imgW="2540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181003" y="371629"/>
                        <a:ext cx="246380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文本框 32"/>
          <p:cNvSpPr txBox="1"/>
          <p:nvPr/>
        </p:nvSpPr>
        <p:spPr>
          <a:xfrm>
            <a:off x="1123315" y="20638"/>
            <a:ext cx="46736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2</a:t>
            </a:r>
            <a:r>
              <a:rPr lang="zh-CN" altLang="en-US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阶</a:t>
            </a:r>
            <a:endParaRPr lang="zh-CN" altLang="en-US" sz="1000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graphicFrame>
        <p:nvGraphicFramePr>
          <p:cNvPr id="34" name="对象 -2147482608"/>
          <p:cNvGraphicFramePr>
            <a:graphicFrameLocks noChangeAspect="1"/>
          </p:cNvGraphicFramePr>
          <p:nvPr/>
        </p:nvGraphicFramePr>
        <p:xfrm>
          <a:off x="721580" y="772950"/>
          <a:ext cx="2343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" name="" r:id="rId11" imgW="241300" imgH="203200" progId="DSEquations">
                  <p:embed/>
                </p:oleObj>
              </mc:Choice>
              <mc:Fallback>
                <p:oleObj name="" r:id="rId11" imgW="2413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21580" y="772950"/>
                        <a:ext cx="2343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对象 -2147482608"/>
          <p:cNvGraphicFramePr>
            <a:graphicFrameLocks noChangeAspect="1"/>
          </p:cNvGraphicFramePr>
          <p:nvPr/>
        </p:nvGraphicFramePr>
        <p:xfrm>
          <a:off x="62589" y="772770"/>
          <a:ext cx="356870" cy="184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7" name="" r:id="rId13" imgW="368300" imgH="190500" progId="DSEquations">
                  <p:embed/>
                </p:oleObj>
              </mc:Choice>
              <mc:Fallback>
                <p:oleObj name="" r:id="rId13" imgW="368300" imgH="1905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62589" y="772770"/>
                        <a:ext cx="356870" cy="1841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右箭头 37"/>
          <p:cNvSpPr/>
          <p:nvPr/>
        </p:nvSpPr>
        <p:spPr>
          <a:xfrm>
            <a:off x="419735" y="827405"/>
            <a:ext cx="241935" cy="75565"/>
          </a:xfrm>
          <a:prstGeom prst="rightArrow">
            <a:avLst/>
          </a:prstGeom>
          <a:solidFill>
            <a:schemeClr val="tx1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39" name="对象 -2147482608"/>
          <p:cNvGraphicFramePr>
            <a:graphicFrameLocks noChangeAspect="1"/>
          </p:cNvGraphicFramePr>
          <p:nvPr/>
        </p:nvGraphicFramePr>
        <p:xfrm>
          <a:off x="727613" y="1050445"/>
          <a:ext cx="222250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" name="" r:id="rId15" imgW="228600" imgH="203200" progId="DSEquations">
                  <p:embed/>
                </p:oleObj>
              </mc:Choice>
              <mc:Fallback>
                <p:oleObj name="" r:id="rId15" imgW="2286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727613" y="1050445"/>
                        <a:ext cx="222250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" name="对象 -2147482608"/>
          <p:cNvGraphicFramePr>
            <a:graphicFrameLocks noChangeAspect="1"/>
          </p:cNvGraphicFramePr>
          <p:nvPr/>
        </p:nvGraphicFramePr>
        <p:xfrm>
          <a:off x="62589" y="1050265"/>
          <a:ext cx="356870" cy="184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" name="" r:id="rId17" imgW="368300" imgH="190500" progId="DSEquations">
                  <p:embed/>
                </p:oleObj>
              </mc:Choice>
              <mc:Fallback>
                <p:oleObj name="" r:id="rId17" imgW="368300" imgH="1905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2589" y="1050265"/>
                        <a:ext cx="356870" cy="1841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右箭头 42"/>
          <p:cNvSpPr/>
          <p:nvPr/>
        </p:nvSpPr>
        <p:spPr>
          <a:xfrm>
            <a:off x="419735" y="1104900"/>
            <a:ext cx="241935" cy="75565"/>
          </a:xfrm>
          <a:prstGeom prst="rightArrow">
            <a:avLst/>
          </a:prstGeom>
          <a:solidFill>
            <a:schemeClr val="tx1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44" name="直接连接符 43"/>
          <p:cNvCxnSpPr>
            <a:stCxn id="46" idx="1"/>
            <a:endCxn id="34" idx="3"/>
          </p:cNvCxnSpPr>
          <p:nvPr/>
        </p:nvCxnSpPr>
        <p:spPr>
          <a:xfrm flipH="1" flipV="1">
            <a:off x="955675" y="871220"/>
            <a:ext cx="228600" cy="14351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46" idx="1"/>
            <a:endCxn id="39" idx="3"/>
          </p:cNvCxnSpPr>
          <p:nvPr/>
        </p:nvCxnSpPr>
        <p:spPr>
          <a:xfrm flipH="1">
            <a:off x="949960" y="1014730"/>
            <a:ext cx="234315" cy="13398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46" name="对象 -2147482608"/>
          <p:cNvGraphicFramePr>
            <a:graphicFrameLocks noChangeAspect="1"/>
          </p:cNvGraphicFramePr>
          <p:nvPr/>
        </p:nvGraphicFramePr>
        <p:xfrm>
          <a:off x="1184495" y="918999"/>
          <a:ext cx="239395" cy="1911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" name="" r:id="rId19" imgW="246380" imgH="196850" progId="DSEquations">
                  <p:embed/>
                </p:oleObj>
              </mc:Choice>
              <mc:Fallback>
                <p:oleObj name="" r:id="rId19" imgW="246380" imgH="19685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184495" y="918999"/>
                        <a:ext cx="239395" cy="19113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" name="对象 -2147482608"/>
          <p:cNvGraphicFramePr>
            <a:graphicFrameLocks noChangeAspect="1"/>
          </p:cNvGraphicFramePr>
          <p:nvPr/>
        </p:nvGraphicFramePr>
        <p:xfrm>
          <a:off x="721580" y="1327940"/>
          <a:ext cx="2343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" name="" r:id="rId21" imgW="241300" imgH="203200" progId="DSEquations">
                  <p:embed/>
                </p:oleObj>
              </mc:Choice>
              <mc:Fallback>
                <p:oleObj name="" r:id="rId21" imgW="2413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21580" y="1327940"/>
                        <a:ext cx="2343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-2147482608"/>
          <p:cNvGraphicFramePr>
            <a:graphicFrameLocks noChangeAspect="1"/>
          </p:cNvGraphicFramePr>
          <p:nvPr/>
        </p:nvGraphicFramePr>
        <p:xfrm>
          <a:off x="56239" y="1327760"/>
          <a:ext cx="356870" cy="184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" name="" r:id="rId23" imgW="368300" imgH="190500" progId="DSEquations">
                  <p:embed/>
                </p:oleObj>
              </mc:Choice>
              <mc:Fallback>
                <p:oleObj name="" r:id="rId23" imgW="368300" imgH="1905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239" y="1327760"/>
                        <a:ext cx="356870" cy="1841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右箭头 51"/>
          <p:cNvSpPr/>
          <p:nvPr/>
        </p:nvSpPr>
        <p:spPr>
          <a:xfrm>
            <a:off x="419735" y="1382395"/>
            <a:ext cx="241935" cy="75565"/>
          </a:xfrm>
          <a:prstGeom prst="rightArrow">
            <a:avLst/>
          </a:prstGeom>
          <a:solidFill>
            <a:schemeClr val="tx1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53" name="对象 -2147482608"/>
          <p:cNvGraphicFramePr>
            <a:graphicFrameLocks noChangeAspect="1"/>
          </p:cNvGraphicFramePr>
          <p:nvPr/>
        </p:nvGraphicFramePr>
        <p:xfrm>
          <a:off x="727613" y="1605435"/>
          <a:ext cx="222250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4" name="" r:id="rId25" imgW="228600" imgH="203200" progId="DSEquations">
                  <p:embed/>
                </p:oleObj>
              </mc:Choice>
              <mc:Fallback>
                <p:oleObj name="" r:id="rId25" imgW="2286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27613" y="1605435"/>
                        <a:ext cx="222250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" name="对象 -2147482608"/>
          <p:cNvGraphicFramePr>
            <a:graphicFrameLocks noChangeAspect="1"/>
          </p:cNvGraphicFramePr>
          <p:nvPr/>
        </p:nvGraphicFramePr>
        <p:xfrm>
          <a:off x="56239" y="1605255"/>
          <a:ext cx="356870" cy="184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" name="" r:id="rId27" imgW="368300" imgH="190500" progId="DSEquations">
                  <p:embed/>
                </p:oleObj>
              </mc:Choice>
              <mc:Fallback>
                <p:oleObj name="" r:id="rId27" imgW="368300" imgH="1905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6239" y="1605255"/>
                        <a:ext cx="356870" cy="1841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右箭头 56"/>
          <p:cNvSpPr/>
          <p:nvPr/>
        </p:nvSpPr>
        <p:spPr>
          <a:xfrm>
            <a:off x="419735" y="1659890"/>
            <a:ext cx="241935" cy="75565"/>
          </a:xfrm>
          <a:prstGeom prst="rightArrow">
            <a:avLst/>
          </a:prstGeom>
          <a:solidFill>
            <a:schemeClr val="tx1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58" name="直接连接符 57"/>
          <p:cNvCxnSpPr>
            <a:stCxn id="60" idx="1"/>
            <a:endCxn id="48" idx="3"/>
          </p:cNvCxnSpPr>
          <p:nvPr/>
        </p:nvCxnSpPr>
        <p:spPr>
          <a:xfrm flipH="1" flipV="1">
            <a:off x="955675" y="1426210"/>
            <a:ext cx="228600" cy="13081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9" name="直接连接符 58"/>
          <p:cNvCxnSpPr>
            <a:stCxn id="60" idx="1"/>
            <a:endCxn id="53" idx="3"/>
          </p:cNvCxnSpPr>
          <p:nvPr/>
        </p:nvCxnSpPr>
        <p:spPr>
          <a:xfrm flipH="1">
            <a:off x="949960" y="1557020"/>
            <a:ext cx="234315" cy="14668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60" name="对象 -2147482608"/>
          <p:cNvGraphicFramePr>
            <a:graphicFrameLocks noChangeAspect="1"/>
          </p:cNvGraphicFramePr>
          <p:nvPr/>
        </p:nvGraphicFramePr>
        <p:xfrm>
          <a:off x="1184495" y="1461289"/>
          <a:ext cx="239395" cy="1911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" name="" r:id="rId29" imgW="246380" imgH="196850" progId="DSEquations">
                  <p:embed/>
                </p:oleObj>
              </mc:Choice>
              <mc:Fallback>
                <p:oleObj name="" r:id="rId29" imgW="246380" imgH="19685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184495" y="1461289"/>
                        <a:ext cx="239395" cy="19113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2" name="对象 -2147482608"/>
          <p:cNvGraphicFramePr>
            <a:graphicFrameLocks noChangeAspect="1"/>
          </p:cNvGraphicFramePr>
          <p:nvPr/>
        </p:nvGraphicFramePr>
        <p:xfrm>
          <a:off x="1193385" y="645314"/>
          <a:ext cx="2343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" name="" r:id="rId31" imgW="241300" imgH="203200" progId="DSEquations">
                  <p:embed/>
                </p:oleObj>
              </mc:Choice>
              <mc:Fallback>
                <p:oleObj name="" r:id="rId31" imgW="2413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193385" y="645314"/>
                        <a:ext cx="2343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4" name="直接连接符 63"/>
          <p:cNvCxnSpPr>
            <a:stCxn id="62" idx="1"/>
            <a:endCxn id="22" idx="3"/>
          </p:cNvCxnSpPr>
          <p:nvPr/>
        </p:nvCxnSpPr>
        <p:spPr>
          <a:xfrm flipH="1" flipV="1">
            <a:off x="943610" y="593725"/>
            <a:ext cx="249555" cy="14986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5" name="直接连接符 64"/>
          <p:cNvCxnSpPr>
            <a:stCxn id="62" idx="1"/>
            <a:endCxn id="34" idx="3"/>
          </p:cNvCxnSpPr>
          <p:nvPr/>
        </p:nvCxnSpPr>
        <p:spPr>
          <a:xfrm flipH="1">
            <a:off x="955675" y="743585"/>
            <a:ext cx="237490" cy="12763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直接连接符 65"/>
          <p:cNvCxnSpPr>
            <a:stCxn id="68" idx="1"/>
            <a:endCxn id="48" idx="3"/>
          </p:cNvCxnSpPr>
          <p:nvPr/>
        </p:nvCxnSpPr>
        <p:spPr>
          <a:xfrm flipH="1">
            <a:off x="955675" y="1285875"/>
            <a:ext cx="234950" cy="14033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连接符 66"/>
          <p:cNvCxnSpPr>
            <a:stCxn id="68" idx="1"/>
            <a:endCxn id="39" idx="3"/>
          </p:cNvCxnSpPr>
          <p:nvPr/>
        </p:nvCxnSpPr>
        <p:spPr>
          <a:xfrm flipH="1" flipV="1">
            <a:off x="949960" y="1148715"/>
            <a:ext cx="240665" cy="13716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68" name="对象 -2147482608"/>
          <p:cNvGraphicFramePr>
            <a:graphicFrameLocks noChangeAspect="1"/>
          </p:cNvGraphicFramePr>
          <p:nvPr/>
        </p:nvGraphicFramePr>
        <p:xfrm>
          <a:off x="1190529" y="1186969"/>
          <a:ext cx="234950" cy="1974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" name="" r:id="rId33" imgW="241300" imgH="203200" progId="DSEquations">
                  <p:embed/>
                </p:oleObj>
              </mc:Choice>
              <mc:Fallback>
                <p:oleObj name="" r:id="rId33" imgW="2413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90529" y="1186969"/>
                        <a:ext cx="234950" cy="19748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-2147482608"/>
          <p:cNvGraphicFramePr>
            <a:graphicFrameLocks noChangeAspect="1"/>
          </p:cNvGraphicFramePr>
          <p:nvPr/>
        </p:nvGraphicFramePr>
        <p:xfrm>
          <a:off x="1658840" y="527204"/>
          <a:ext cx="2343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" name="" r:id="rId35" imgW="241300" imgH="203200" progId="DSEquations">
                  <p:embed/>
                </p:oleObj>
              </mc:Choice>
              <mc:Fallback>
                <p:oleObj name="" r:id="rId35" imgW="2413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658840" y="527204"/>
                        <a:ext cx="2343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2" name="直接连接符 71"/>
          <p:cNvCxnSpPr>
            <a:stCxn id="70" idx="1"/>
            <a:endCxn id="31" idx="3"/>
          </p:cNvCxnSpPr>
          <p:nvPr/>
        </p:nvCxnSpPr>
        <p:spPr>
          <a:xfrm flipH="1" flipV="1">
            <a:off x="1427480" y="469900"/>
            <a:ext cx="231140" cy="15557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3" name="直接连接符 72"/>
          <p:cNvCxnSpPr>
            <a:stCxn id="70" idx="1"/>
            <a:endCxn id="62" idx="3"/>
          </p:cNvCxnSpPr>
          <p:nvPr/>
        </p:nvCxnSpPr>
        <p:spPr>
          <a:xfrm flipH="1">
            <a:off x="1427480" y="625475"/>
            <a:ext cx="231140" cy="11811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74" name="对象 -2147482608"/>
          <p:cNvGraphicFramePr>
            <a:graphicFrameLocks noChangeAspect="1"/>
          </p:cNvGraphicFramePr>
          <p:nvPr/>
        </p:nvGraphicFramePr>
        <p:xfrm>
          <a:off x="1661380" y="798984"/>
          <a:ext cx="222250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" name="" r:id="rId37" imgW="228600" imgH="203200" progId="DSEquations">
                  <p:embed/>
                </p:oleObj>
              </mc:Choice>
              <mc:Fallback>
                <p:oleObj name="" r:id="rId37" imgW="2286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661380" y="798984"/>
                        <a:ext cx="222250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6" name="直接连接符 75"/>
          <p:cNvCxnSpPr>
            <a:stCxn id="74" idx="1"/>
            <a:endCxn id="62" idx="3"/>
          </p:cNvCxnSpPr>
          <p:nvPr/>
        </p:nvCxnSpPr>
        <p:spPr>
          <a:xfrm flipH="1" flipV="1">
            <a:off x="1427480" y="743585"/>
            <a:ext cx="233680" cy="15367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7" name="直接连接符 76"/>
          <p:cNvCxnSpPr>
            <a:stCxn id="74" idx="1"/>
            <a:endCxn id="46" idx="3"/>
          </p:cNvCxnSpPr>
          <p:nvPr/>
        </p:nvCxnSpPr>
        <p:spPr>
          <a:xfrm flipH="1">
            <a:off x="1423670" y="897255"/>
            <a:ext cx="237490" cy="11747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78" name="对象 -2147482608"/>
          <p:cNvGraphicFramePr>
            <a:graphicFrameLocks noChangeAspect="1"/>
          </p:cNvGraphicFramePr>
          <p:nvPr/>
        </p:nvGraphicFramePr>
        <p:xfrm>
          <a:off x="1654713" y="1070764"/>
          <a:ext cx="2343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9" name="" r:id="rId39" imgW="241300" imgH="203200" progId="DSEquations">
                  <p:embed/>
                </p:oleObj>
              </mc:Choice>
              <mc:Fallback>
                <p:oleObj name="" r:id="rId39" imgW="2413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654713" y="1070764"/>
                        <a:ext cx="2343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0" name="直接连接符 79"/>
          <p:cNvCxnSpPr>
            <a:stCxn id="78" idx="1"/>
            <a:endCxn id="46" idx="3"/>
          </p:cNvCxnSpPr>
          <p:nvPr/>
        </p:nvCxnSpPr>
        <p:spPr>
          <a:xfrm flipH="1" flipV="1">
            <a:off x="1423670" y="1014730"/>
            <a:ext cx="231140" cy="15430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" name="直接连接符 80"/>
          <p:cNvCxnSpPr>
            <a:stCxn id="78" idx="1"/>
            <a:endCxn id="68" idx="3"/>
          </p:cNvCxnSpPr>
          <p:nvPr/>
        </p:nvCxnSpPr>
        <p:spPr>
          <a:xfrm flipH="1">
            <a:off x="1425575" y="1169035"/>
            <a:ext cx="229235" cy="11684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82" name="对象 -2147482608"/>
          <p:cNvGraphicFramePr>
            <a:graphicFrameLocks noChangeAspect="1"/>
          </p:cNvGraphicFramePr>
          <p:nvPr/>
        </p:nvGraphicFramePr>
        <p:xfrm>
          <a:off x="1657570" y="1342544"/>
          <a:ext cx="2343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" name="" r:id="rId41" imgW="241300" imgH="203200" progId="DSEquations">
                  <p:embed/>
                </p:oleObj>
              </mc:Choice>
              <mc:Fallback>
                <p:oleObj name="" r:id="rId41" imgW="2413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657570" y="1342544"/>
                        <a:ext cx="2343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4" name="直接连接符 83"/>
          <p:cNvCxnSpPr>
            <a:stCxn id="82" idx="1"/>
            <a:endCxn id="68" idx="3"/>
          </p:cNvCxnSpPr>
          <p:nvPr/>
        </p:nvCxnSpPr>
        <p:spPr>
          <a:xfrm flipH="1" flipV="1">
            <a:off x="1425575" y="1285875"/>
            <a:ext cx="231775" cy="15494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5" name="直接连接符 84"/>
          <p:cNvCxnSpPr>
            <a:stCxn id="82" idx="1"/>
            <a:endCxn id="60" idx="3"/>
          </p:cNvCxnSpPr>
          <p:nvPr/>
        </p:nvCxnSpPr>
        <p:spPr>
          <a:xfrm flipH="1">
            <a:off x="1423670" y="1440815"/>
            <a:ext cx="233680" cy="11620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86" name="对象 -2147482608"/>
          <p:cNvGraphicFramePr>
            <a:graphicFrameLocks noChangeAspect="1"/>
          </p:cNvGraphicFramePr>
          <p:nvPr/>
        </p:nvGraphicFramePr>
        <p:xfrm>
          <a:off x="2121120" y="660554"/>
          <a:ext cx="2470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" name="" r:id="rId43" imgW="254000" imgH="203200" progId="DSEquations">
                  <p:embed/>
                </p:oleObj>
              </mc:Choice>
              <mc:Fallback>
                <p:oleObj name="" r:id="rId43" imgW="2540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2121120" y="660554"/>
                        <a:ext cx="2470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8" name="直接连接符 87"/>
          <p:cNvCxnSpPr>
            <a:stCxn id="86" idx="1"/>
            <a:endCxn id="70" idx="3"/>
          </p:cNvCxnSpPr>
          <p:nvPr/>
        </p:nvCxnSpPr>
        <p:spPr>
          <a:xfrm flipH="1" flipV="1">
            <a:off x="1892935" y="625475"/>
            <a:ext cx="227965" cy="13335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86" idx="1"/>
            <a:endCxn id="74" idx="3"/>
          </p:cNvCxnSpPr>
          <p:nvPr/>
        </p:nvCxnSpPr>
        <p:spPr>
          <a:xfrm flipH="1">
            <a:off x="1883410" y="758825"/>
            <a:ext cx="237490" cy="13843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90" name="对象 -2147482608"/>
          <p:cNvGraphicFramePr>
            <a:graphicFrameLocks noChangeAspect="1"/>
          </p:cNvGraphicFramePr>
          <p:nvPr>
            <p:custDataLst>
              <p:tags r:id="rId45"/>
            </p:custDataLst>
          </p:nvPr>
        </p:nvGraphicFramePr>
        <p:xfrm>
          <a:off x="2126201" y="932334"/>
          <a:ext cx="234950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1" name="" r:id="rId46" imgW="241300" imgH="203200" progId="DSEquations">
                  <p:embed/>
                </p:oleObj>
              </mc:Choice>
              <mc:Fallback>
                <p:oleObj name="" r:id="rId46" imgW="2413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2126201" y="932334"/>
                        <a:ext cx="234950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2" name="直接连接符 91"/>
          <p:cNvCxnSpPr>
            <a:stCxn id="90" idx="1"/>
            <a:endCxn id="74" idx="3"/>
          </p:cNvCxnSpPr>
          <p:nvPr/>
        </p:nvCxnSpPr>
        <p:spPr>
          <a:xfrm flipH="1" flipV="1">
            <a:off x="1883410" y="897255"/>
            <a:ext cx="242570" cy="13335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3" name="直接连接符 92"/>
          <p:cNvCxnSpPr>
            <a:stCxn id="90" idx="1"/>
            <a:endCxn id="78" idx="3"/>
          </p:cNvCxnSpPr>
          <p:nvPr/>
        </p:nvCxnSpPr>
        <p:spPr>
          <a:xfrm flipH="1">
            <a:off x="1889125" y="1030605"/>
            <a:ext cx="236855" cy="13843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94" name="对象 -2147482608"/>
          <p:cNvGraphicFramePr>
            <a:graphicFrameLocks noChangeAspect="1"/>
          </p:cNvGraphicFramePr>
          <p:nvPr>
            <p:custDataLst>
              <p:tags r:id="rId48"/>
            </p:custDataLst>
          </p:nvPr>
        </p:nvGraphicFramePr>
        <p:xfrm>
          <a:off x="2121120" y="1204114"/>
          <a:ext cx="2470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5" name="" r:id="rId49" imgW="254000" imgH="203200" progId="DSEquations">
                  <p:embed/>
                </p:oleObj>
              </mc:Choice>
              <mc:Fallback>
                <p:oleObj name="" r:id="rId49" imgW="2540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2121120" y="1204114"/>
                        <a:ext cx="2470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连接符 95"/>
          <p:cNvCxnSpPr>
            <a:stCxn id="94" idx="1"/>
            <a:endCxn id="78" idx="3"/>
          </p:cNvCxnSpPr>
          <p:nvPr/>
        </p:nvCxnSpPr>
        <p:spPr>
          <a:xfrm flipH="1" flipV="1">
            <a:off x="1889125" y="1169035"/>
            <a:ext cx="231775" cy="13335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" name="直接连接符 98"/>
          <p:cNvCxnSpPr>
            <a:stCxn id="94" idx="1"/>
            <a:endCxn id="82" idx="3"/>
          </p:cNvCxnSpPr>
          <p:nvPr/>
        </p:nvCxnSpPr>
        <p:spPr>
          <a:xfrm flipH="1">
            <a:off x="1891665" y="1302385"/>
            <a:ext cx="229235" cy="13843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100" name="对象 -2147482608"/>
          <p:cNvGraphicFramePr>
            <a:graphicFrameLocks noChangeAspect="1"/>
          </p:cNvGraphicFramePr>
          <p:nvPr/>
        </p:nvGraphicFramePr>
        <p:xfrm>
          <a:off x="2598640" y="796444"/>
          <a:ext cx="2343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1" name="" r:id="rId51" imgW="241300" imgH="203200" progId="DSEquations">
                  <p:embed/>
                </p:oleObj>
              </mc:Choice>
              <mc:Fallback>
                <p:oleObj name="" r:id="rId51" imgW="2413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2598640" y="796444"/>
                        <a:ext cx="2343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02" name="直接连接符 101"/>
          <p:cNvCxnSpPr>
            <a:stCxn id="100" idx="1"/>
            <a:endCxn id="86" idx="3"/>
          </p:cNvCxnSpPr>
          <p:nvPr/>
        </p:nvCxnSpPr>
        <p:spPr>
          <a:xfrm flipH="1" flipV="1">
            <a:off x="2367915" y="758825"/>
            <a:ext cx="230505" cy="13589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3" name="直接连接符 102"/>
          <p:cNvCxnSpPr>
            <a:stCxn id="100" idx="1"/>
            <a:endCxn id="90" idx="3"/>
          </p:cNvCxnSpPr>
          <p:nvPr/>
        </p:nvCxnSpPr>
        <p:spPr>
          <a:xfrm flipH="1">
            <a:off x="2360930" y="894715"/>
            <a:ext cx="237490" cy="13589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104" name="对象 -2147482608"/>
          <p:cNvGraphicFramePr>
            <a:graphicFrameLocks noChangeAspect="1"/>
          </p:cNvGraphicFramePr>
          <p:nvPr/>
        </p:nvGraphicFramePr>
        <p:xfrm>
          <a:off x="2603403" y="1068224"/>
          <a:ext cx="222250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" name="" r:id="rId53" imgW="228600" imgH="203200" progId="DSEquations">
                  <p:embed/>
                </p:oleObj>
              </mc:Choice>
              <mc:Fallback>
                <p:oleObj name="" r:id="rId53" imgW="2286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2603403" y="1068224"/>
                        <a:ext cx="222250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06" name="直接连接符 105"/>
          <p:cNvCxnSpPr>
            <a:stCxn id="104" idx="1"/>
            <a:endCxn id="90" idx="3"/>
          </p:cNvCxnSpPr>
          <p:nvPr/>
        </p:nvCxnSpPr>
        <p:spPr>
          <a:xfrm flipH="1" flipV="1">
            <a:off x="2360930" y="1030605"/>
            <a:ext cx="242570" cy="13589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7" name="直接连接符 106"/>
          <p:cNvCxnSpPr>
            <a:stCxn id="104" idx="1"/>
            <a:endCxn id="94" idx="3"/>
          </p:cNvCxnSpPr>
          <p:nvPr/>
        </p:nvCxnSpPr>
        <p:spPr>
          <a:xfrm flipH="1">
            <a:off x="2367915" y="1166495"/>
            <a:ext cx="235585" cy="135890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108" name="对象 -2147482608"/>
          <p:cNvGraphicFramePr>
            <a:graphicFrameLocks noChangeAspect="1"/>
          </p:cNvGraphicFramePr>
          <p:nvPr/>
        </p:nvGraphicFramePr>
        <p:xfrm>
          <a:off x="3053301" y="944399"/>
          <a:ext cx="247015" cy="19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9" name="" r:id="rId55" imgW="254000" imgH="203200" progId="DSEquations">
                  <p:embed/>
                </p:oleObj>
              </mc:Choice>
              <mc:Fallback>
                <p:oleObj name="" r:id="rId55" imgW="254000" imgH="203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3053301" y="944399"/>
                        <a:ext cx="247015" cy="19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10" name="直接连接符 109"/>
          <p:cNvCxnSpPr>
            <a:stCxn id="108" idx="1"/>
            <a:endCxn id="100" idx="3"/>
          </p:cNvCxnSpPr>
          <p:nvPr/>
        </p:nvCxnSpPr>
        <p:spPr>
          <a:xfrm flipH="1" flipV="1">
            <a:off x="2832735" y="894715"/>
            <a:ext cx="220345" cy="14795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8" idx="1"/>
            <a:endCxn id="104" idx="3"/>
          </p:cNvCxnSpPr>
          <p:nvPr/>
        </p:nvCxnSpPr>
        <p:spPr>
          <a:xfrm flipH="1">
            <a:off x="2825750" y="1042670"/>
            <a:ext cx="227330" cy="123825"/>
          </a:xfrm>
          <a:prstGeom prst="line">
            <a:avLst/>
          </a:prstGeom>
          <a:ln>
            <a:headEnd type="triangle" w="sm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2" name="文本框 111"/>
          <p:cNvSpPr txBox="1"/>
          <p:nvPr/>
        </p:nvSpPr>
        <p:spPr>
          <a:xfrm>
            <a:off x="1537970" y="20638"/>
            <a:ext cx="46736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3</a:t>
            </a:r>
            <a:r>
              <a:rPr lang="zh-CN" altLang="en-US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阶</a:t>
            </a:r>
            <a:endParaRPr lang="zh-CN" altLang="en-US" sz="1000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2011045" y="20638"/>
            <a:ext cx="46736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4</a:t>
            </a:r>
            <a:r>
              <a:rPr lang="zh-CN" altLang="en-US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阶</a:t>
            </a:r>
            <a:endParaRPr lang="zh-CN" altLang="en-US" sz="1000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2507615" y="20638"/>
            <a:ext cx="46736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5</a:t>
            </a:r>
            <a:r>
              <a:rPr lang="zh-CN" altLang="en-US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阶</a:t>
            </a:r>
            <a:endParaRPr lang="zh-CN" altLang="en-US" sz="1000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15" name="文本框 114"/>
          <p:cNvSpPr txBox="1"/>
          <p:nvPr/>
        </p:nvSpPr>
        <p:spPr>
          <a:xfrm>
            <a:off x="2974975" y="20638"/>
            <a:ext cx="46736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6</a:t>
            </a:r>
            <a:r>
              <a:rPr lang="zh-CN" altLang="en-US" sz="10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阶</a:t>
            </a:r>
            <a:endParaRPr lang="zh-CN" altLang="en-US" sz="1000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graphicFrame>
        <p:nvGraphicFramePr>
          <p:cNvPr id="119" name="对象 -2147482608"/>
          <p:cNvGraphicFramePr>
            <a:graphicFrameLocks noChangeAspect="1"/>
          </p:cNvGraphicFramePr>
          <p:nvPr/>
        </p:nvGraphicFramePr>
        <p:xfrm>
          <a:off x="3320953" y="992978"/>
          <a:ext cx="148590" cy="742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0" name="" r:id="rId57" imgW="152400" imgH="76200" progId="DSEquations">
                  <p:embed/>
                </p:oleObj>
              </mc:Choice>
              <mc:Fallback>
                <p:oleObj name="" r:id="rId57" imgW="152400" imgH="762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320953" y="992978"/>
                        <a:ext cx="148590" cy="7429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-2147482608"/>
          <p:cNvGraphicFramePr>
            <a:graphicFrameLocks noChangeAspect="1"/>
          </p:cNvGraphicFramePr>
          <p:nvPr/>
        </p:nvGraphicFramePr>
        <p:xfrm>
          <a:off x="197705" y="1829591"/>
          <a:ext cx="74295" cy="148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" name="" r:id="rId59" imgW="76200" imgH="152400" progId="DSEquations">
                  <p:embed/>
                </p:oleObj>
              </mc:Choice>
              <mc:Fallback>
                <p:oleObj name="" r:id="rId59" imgW="76200" imgH="1524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60"/>
                      <a:stretch>
                        <a:fillRect/>
                      </a:stretch>
                    </p:blipFill>
                    <p:spPr>
                      <a:xfrm>
                        <a:off x="197705" y="1829591"/>
                        <a:ext cx="74295" cy="14859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5" name="对象 -2147482608"/>
          <p:cNvGraphicFramePr>
            <a:graphicFrameLocks noChangeAspect="1"/>
          </p:cNvGraphicFramePr>
          <p:nvPr/>
        </p:nvGraphicFramePr>
        <p:xfrm>
          <a:off x="818100" y="1789586"/>
          <a:ext cx="74295" cy="148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" name="" r:id="rId61" imgW="76200" imgH="152400" progId="DSEquations">
                  <p:embed/>
                </p:oleObj>
              </mc:Choice>
              <mc:Fallback>
                <p:oleObj name="" r:id="rId61" imgW="76200" imgH="1524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60"/>
                      <a:stretch>
                        <a:fillRect/>
                      </a:stretch>
                    </p:blipFill>
                    <p:spPr>
                      <a:xfrm>
                        <a:off x="818100" y="1789586"/>
                        <a:ext cx="74295" cy="14859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7" name="对象 -2147482608"/>
          <p:cNvGraphicFramePr>
            <a:graphicFrameLocks noChangeAspect="1"/>
          </p:cNvGraphicFramePr>
          <p:nvPr/>
        </p:nvGraphicFramePr>
        <p:xfrm>
          <a:off x="1273395" y="1653696"/>
          <a:ext cx="74295" cy="148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8" name="" r:id="rId62" imgW="76200" imgH="152400" progId="DSEquations">
                  <p:embed/>
                </p:oleObj>
              </mc:Choice>
              <mc:Fallback>
                <p:oleObj name="" r:id="rId62" imgW="76200" imgH="1524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60"/>
                      <a:stretch>
                        <a:fillRect/>
                      </a:stretch>
                    </p:blipFill>
                    <p:spPr>
                      <a:xfrm>
                        <a:off x="1273395" y="1653696"/>
                        <a:ext cx="74295" cy="14859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9" name="对象 -2147482608"/>
          <p:cNvGraphicFramePr>
            <a:graphicFrameLocks noChangeAspect="1"/>
          </p:cNvGraphicFramePr>
          <p:nvPr/>
        </p:nvGraphicFramePr>
        <p:xfrm>
          <a:off x="1737580" y="1555271"/>
          <a:ext cx="74295" cy="148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0" name="" r:id="rId63" imgW="76200" imgH="152400" progId="DSEquations">
                  <p:embed/>
                </p:oleObj>
              </mc:Choice>
              <mc:Fallback>
                <p:oleObj name="" r:id="rId63" imgW="76200" imgH="1524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60"/>
                      <a:stretch>
                        <a:fillRect/>
                      </a:stretch>
                    </p:blipFill>
                    <p:spPr>
                      <a:xfrm>
                        <a:off x="1737580" y="1555271"/>
                        <a:ext cx="74295" cy="14859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" name="对象 -2147482608"/>
          <p:cNvGraphicFramePr>
            <a:graphicFrameLocks noChangeAspect="1"/>
          </p:cNvGraphicFramePr>
          <p:nvPr/>
        </p:nvGraphicFramePr>
        <p:xfrm>
          <a:off x="2206210" y="1426366"/>
          <a:ext cx="74295" cy="148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4" name="" r:id="rId64" imgW="76200" imgH="152400" progId="DSEquations">
                  <p:embed/>
                </p:oleObj>
              </mc:Choice>
              <mc:Fallback>
                <p:oleObj name="" r:id="rId64" imgW="76200" imgH="1524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60"/>
                      <a:stretch>
                        <a:fillRect/>
                      </a:stretch>
                    </p:blipFill>
                    <p:spPr>
                      <a:xfrm>
                        <a:off x="2206210" y="1426366"/>
                        <a:ext cx="74295" cy="14859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5" name="对象 -2147482608"/>
          <p:cNvGraphicFramePr>
            <a:graphicFrameLocks noChangeAspect="1"/>
          </p:cNvGraphicFramePr>
          <p:nvPr/>
        </p:nvGraphicFramePr>
        <p:xfrm>
          <a:off x="2704050" y="1286031"/>
          <a:ext cx="74295" cy="148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" name="" r:id="rId65" imgW="76200" imgH="152400" progId="DSEquations">
                  <p:embed/>
                </p:oleObj>
              </mc:Choice>
              <mc:Fallback>
                <p:oleObj name="" r:id="rId65" imgW="76200" imgH="1524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60"/>
                      <a:stretch>
                        <a:fillRect/>
                      </a:stretch>
                    </p:blipFill>
                    <p:spPr>
                      <a:xfrm>
                        <a:off x="2704050" y="1286031"/>
                        <a:ext cx="74295" cy="14859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" name="对象 -2147482608"/>
          <p:cNvGraphicFramePr>
            <a:graphicFrameLocks noChangeAspect="1"/>
          </p:cNvGraphicFramePr>
          <p:nvPr/>
        </p:nvGraphicFramePr>
        <p:xfrm>
          <a:off x="3171410" y="1193956"/>
          <a:ext cx="74295" cy="148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8" name="" r:id="rId66" imgW="76200" imgH="152400" progId="DSEquations">
                  <p:embed/>
                </p:oleObj>
              </mc:Choice>
              <mc:Fallback>
                <p:oleObj name="" r:id="rId66" imgW="76200" imgH="152400" progId="DSEquations">
                  <p:embed/>
                  <p:pic>
                    <p:nvPicPr>
                      <p:cNvPr id="0" name="图片 3075"/>
                      <p:cNvPicPr/>
                      <p:nvPr/>
                    </p:nvPicPr>
                    <p:blipFill>
                      <a:blip r:embed="rId60"/>
                      <a:stretch>
                        <a:fillRect/>
                      </a:stretch>
                    </p:blipFill>
                    <p:spPr>
                      <a:xfrm>
                        <a:off x="3171410" y="1193956"/>
                        <a:ext cx="74295" cy="14859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67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PLACING_PICTURE_USER_VIEWPORT" val="{&quot;height&quot;:310,&quot;width&quot;:370}"/>
</p:tagLst>
</file>

<file path=ppt/tags/tag64.xml><?xml version="1.0" encoding="utf-8"?>
<p:tagLst xmlns:p="http://schemas.openxmlformats.org/presentationml/2006/main">
  <p:tag name="KSO_WM_UNIT_PLACING_PICTURE_USER_VIEWPORT" val="{&quot;height&quot;:310,&quot;width&quot;:389}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WPS 演示</Application>
  <PresentationFormat>宽屏</PresentationFormat>
  <Paragraphs>12</Paragraphs>
  <Slides>1</Slides>
  <Notes>4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35</vt:i4>
      </vt:variant>
      <vt:variant>
        <vt:lpstr>幻灯片标题</vt:lpstr>
      </vt:variant>
      <vt:variant>
        <vt:i4>1</vt:i4>
      </vt:variant>
    </vt:vector>
  </HeadingPairs>
  <TitlesOfParts>
    <vt:vector size="45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Times New Roman</vt:lpstr>
      <vt:lpstr>WPS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DSEquations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單 小 呆</cp:lastModifiedBy>
  <cp:revision>160</cp:revision>
  <dcterms:created xsi:type="dcterms:W3CDTF">2019-06-19T02:08:00Z</dcterms:created>
  <dcterms:modified xsi:type="dcterms:W3CDTF">2025-03-15T13:43:28Z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2052-12.1.0.20305</vt:lpwstr>
  </property>
  <property fmtid="{D5CDD505-2E9C-101B-9397-08002B2CF9AE}" pid="3" name="ICV">
    <vt:lpwstr>D55F52B1E52E4B5481635251BF7E2595_11</vt:lpwstr>
  </property>
</Properties>
</file>